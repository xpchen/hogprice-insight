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4"/>
  </p:handoutMasterIdLst>
  <p:sldIdLst>
    <p:sldId id="257" r:id="rId3"/>
    <p:sldId id="289" r:id="rId4"/>
    <p:sldId id="301" r:id="rId6"/>
    <p:sldId id="297" r:id="rId7"/>
    <p:sldId id="292" r:id="rId8"/>
    <p:sldId id="296" r:id="rId9"/>
    <p:sldId id="302" r:id="rId10"/>
    <p:sldId id="303" r:id="rId11"/>
    <p:sldId id="304" r:id="rId12"/>
    <p:sldId id="305" r:id="rId13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1" autoAdjust="0"/>
    <p:restoredTop sz="94660"/>
  </p:normalViewPr>
  <p:slideViewPr>
    <p:cSldViewPr snapToGrid="0">
      <p:cViewPr varScale="1">
        <p:scale>
          <a:sx n="91" d="100"/>
          <a:sy n="91" d="100"/>
        </p:scale>
        <p:origin x="330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00&#12289;&#25968;&#25454;\01&#12289;&#20859;&#27542;&#25968;&#25454;&#27719;&#24635;\1.1&#12289;&#26085;&#24230;&#36319;&#36394;66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32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altLang="en-US" sz="1320" b="1"/>
              <a:t>农历日度屠宰</a:t>
            </a:r>
            <a:endParaRPr lang="en-US" altLang="zh-CN" sz="1320" b="1"/>
          </a:p>
        </c:rich>
      </c:tx>
      <c:layout>
        <c:manualLayout>
          <c:xMode val="edge"/>
          <c:yMode val="edge"/>
          <c:x val="0.456854558107168"/>
          <c:y val="0.0133043367020596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[1.1、日度跟踪666.xlsx]Sheet1!$L$2</c:f>
              <c:strCache>
                <c:ptCount val="1"/>
                <c:pt idx="0">
                  <c:v>2020年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[1.1、日度跟踪666.xlsx]Sheet1!$K$3:$K$352</c:f>
              <c:strCache>
                <c:ptCount val="350"/>
                <c:pt idx="0">
                  <c:v>1-1</c:v>
                </c:pt>
                <c:pt idx="1">
                  <c:v>1-2</c:v>
                </c:pt>
                <c:pt idx="2">
                  <c:v>1-3</c:v>
                </c:pt>
                <c:pt idx="3">
                  <c:v>1-4</c:v>
                </c:pt>
                <c:pt idx="4">
                  <c:v>1-5</c:v>
                </c:pt>
                <c:pt idx="5">
                  <c:v>1-6</c:v>
                </c:pt>
                <c:pt idx="6">
                  <c:v>1-7</c:v>
                </c:pt>
                <c:pt idx="7">
                  <c:v>1-8</c:v>
                </c:pt>
                <c:pt idx="8">
                  <c:v>1-9</c:v>
                </c:pt>
                <c:pt idx="9">
                  <c:v>1-10</c:v>
                </c:pt>
                <c:pt idx="10">
                  <c:v>1-11</c:v>
                </c:pt>
                <c:pt idx="11">
                  <c:v>1-12</c:v>
                </c:pt>
                <c:pt idx="12">
                  <c:v>1-13</c:v>
                </c:pt>
                <c:pt idx="13">
                  <c:v>1-14</c:v>
                </c:pt>
                <c:pt idx="14">
                  <c:v>1-15</c:v>
                </c:pt>
                <c:pt idx="15">
                  <c:v>1-16</c:v>
                </c:pt>
                <c:pt idx="16">
                  <c:v>1-17</c:v>
                </c:pt>
                <c:pt idx="17">
                  <c:v>1-18</c:v>
                </c:pt>
                <c:pt idx="18">
                  <c:v>1-19</c:v>
                </c:pt>
                <c:pt idx="19">
                  <c:v>1-20</c:v>
                </c:pt>
                <c:pt idx="20">
                  <c:v>1-21</c:v>
                </c:pt>
                <c:pt idx="21">
                  <c:v>1-22</c:v>
                </c:pt>
                <c:pt idx="22">
                  <c:v>1-23</c:v>
                </c:pt>
                <c:pt idx="23">
                  <c:v>1-24</c:v>
                </c:pt>
                <c:pt idx="24">
                  <c:v>1-25</c:v>
                </c:pt>
                <c:pt idx="25">
                  <c:v>1-26</c:v>
                </c:pt>
                <c:pt idx="26">
                  <c:v>1-27</c:v>
                </c:pt>
                <c:pt idx="27">
                  <c:v>1-28</c:v>
                </c:pt>
                <c:pt idx="28">
                  <c:v>1-29</c:v>
                </c:pt>
                <c:pt idx="29">
                  <c:v>2-1</c:v>
                </c:pt>
                <c:pt idx="30">
                  <c:v>2-2</c:v>
                </c:pt>
                <c:pt idx="31">
                  <c:v>2-3</c:v>
                </c:pt>
                <c:pt idx="32">
                  <c:v>2-4</c:v>
                </c:pt>
                <c:pt idx="33">
                  <c:v>2-5</c:v>
                </c:pt>
                <c:pt idx="34">
                  <c:v>2-6</c:v>
                </c:pt>
                <c:pt idx="35">
                  <c:v>2-7</c:v>
                </c:pt>
                <c:pt idx="36">
                  <c:v>2-8</c:v>
                </c:pt>
                <c:pt idx="37">
                  <c:v>2-9</c:v>
                </c:pt>
                <c:pt idx="38">
                  <c:v>2-10</c:v>
                </c:pt>
                <c:pt idx="39">
                  <c:v>2-11</c:v>
                </c:pt>
                <c:pt idx="40">
                  <c:v>2-12</c:v>
                </c:pt>
                <c:pt idx="41">
                  <c:v>2-13</c:v>
                </c:pt>
                <c:pt idx="42">
                  <c:v>2-14</c:v>
                </c:pt>
                <c:pt idx="43">
                  <c:v>2-15</c:v>
                </c:pt>
                <c:pt idx="44">
                  <c:v>2-16</c:v>
                </c:pt>
                <c:pt idx="45">
                  <c:v>2-17</c:v>
                </c:pt>
                <c:pt idx="46">
                  <c:v>2-18</c:v>
                </c:pt>
                <c:pt idx="47">
                  <c:v>2-19</c:v>
                </c:pt>
                <c:pt idx="48">
                  <c:v>2-20</c:v>
                </c:pt>
                <c:pt idx="49">
                  <c:v>2-21</c:v>
                </c:pt>
                <c:pt idx="50">
                  <c:v>2-22</c:v>
                </c:pt>
                <c:pt idx="51">
                  <c:v>2-23</c:v>
                </c:pt>
                <c:pt idx="52">
                  <c:v>2-24</c:v>
                </c:pt>
                <c:pt idx="53">
                  <c:v>2-25</c:v>
                </c:pt>
                <c:pt idx="54">
                  <c:v>2-26</c:v>
                </c:pt>
                <c:pt idx="55">
                  <c:v>2-27</c:v>
                </c:pt>
                <c:pt idx="56">
                  <c:v>2-28</c:v>
                </c:pt>
                <c:pt idx="57">
                  <c:v>2-29</c:v>
                </c:pt>
                <c:pt idx="58">
                  <c:v>2-30</c:v>
                </c:pt>
                <c:pt idx="59">
                  <c:v>3-1</c:v>
                </c:pt>
                <c:pt idx="60">
                  <c:v>3-2</c:v>
                </c:pt>
                <c:pt idx="61">
                  <c:v>3-3</c:v>
                </c:pt>
                <c:pt idx="62">
                  <c:v>3-4</c:v>
                </c:pt>
                <c:pt idx="63">
                  <c:v>3-5</c:v>
                </c:pt>
                <c:pt idx="64">
                  <c:v>3-6</c:v>
                </c:pt>
                <c:pt idx="65">
                  <c:v>3-7</c:v>
                </c:pt>
                <c:pt idx="66">
                  <c:v>3-8</c:v>
                </c:pt>
                <c:pt idx="67">
                  <c:v>3-9</c:v>
                </c:pt>
                <c:pt idx="68">
                  <c:v>3-10</c:v>
                </c:pt>
                <c:pt idx="69">
                  <c:v>3-11</c:v>
                </c:pt>
                <c:pt idx="70">
                  <c:v>3-12</c:v>
                </c:pt>
                <c:pt idx="71">
                  <c:v>3-13</c:v>
                </c:pt>
                <c:pt idx="72">
                  <c:v>3-14</c:v>
                </c:pt>
                <c:pt idx="73">
                  <c:v>3-15</c:v>
                </c:pt>
                <c:pt idx="74">
                  <c:v>3-16</c:v>
                </c:pt>
                <c:pt idx="75">
                  <c:v>3-17</c:v>
                </c:pt>
                <c:pt idx="76">
                  <c:v>3-18</c:v>
                </c:pt>
                <c:pt idx="77">
                  <c:v>3-19</c:v>
                </c:pt>
                <c:pt idx="78">
                  <c:v>3-20</c:v>
                </c:pt>
                <c:pt idx="79">
                  <c:v>3-21</c:v>
                </c:pt>
                <c:pt idx="80">
                  <c:v>3-22</c:v>
                </c:pt>
                <c:pt idx="81">
                  <c:v>3-23</c:v>
                </c:pt>
                <c:pt idx="82">
                  <c:v>3-24</c:v>
                </c:pt>
                <c:pt idx="83">
                  <c:v>3-25</c:v>
                </c:pt>
                <c:pt idx="84">
                  <c:v>3-26</c:v>
                </c:pt>
                <c:pt idx="85">
                  <c:v>3-27</c:v>
                </c:pt>
                <c:pt idx="86">
                  <c:v>3-28</c:v>
                </c:pt>
                <c:pt idx="87">
                  <c:v>3-29</c:v>
                </c:pt>
                <c:pt idx="88">
                  <c:v>4-1</c:v>
                </c:pt>
                <c:pt idx="89">
                  <c:v>4-2</c:v>
                </c:pt>
                <c:pt idx="90">
                  <c:v>4-3</c:v>
                </c:pt>
                <c:pt idx="91">
                  <c:v>4-4</c:v>
                </c:pt>
                <c:pt idx="92">
                  <c:v>4-5</c:v>
                </c:pt>
                <c:pt idx="93">
                  <c:v>4-6</c:v>
                </c:pt>
                <c:pt idx="94">
                  <c:v>4-7</c:v>
                </c:pt>
                <c:pt idx="95">
                  <c:v>4-8</c:v>
                </c:pt>
                <c:pt idx="96">
                  <c:v>4-9</c:v>
                </c:pt>
                <c:pt idx="97">
                  <c:v>4-10</c:v>
                </c:pt>
                <c:pt idx="98">
                  <c:v>4-11</c:v>
                </c:pt>
                <c:pt idx="99">
                  <c:v>4-12</c:v>
                </c:pt>
                <c:pt idx="100">
                  <c:v>4-13</c:v>
                </c:pt>
                <c:pt idx="101">
                  <c:v>4-14</c:v>
                </c:pt>
                <c:pt idx="102">
                  <c:v>4-15</c:v>
                </c:pt>
                <c:pt idx="103">
                  <c:v>4-16</c:v>
                </c:pt>
                <c:pt idx="104">
                  <c:v>4-17</c:v>
                </c:pt>
                <c:pt idx="105">
                  <c:v>4-18</c:v>
                </c:pt>
                <c:pt idx="106">
                  <c:v>4-19</c:v>
                </c:pt>
                <c:pt idx="107">
                  <c:v>4-20</c:v>
                </c:pt>
                <c:pt idx="108">
                  <c:v>4-21</c:v>
                </c:pt>
                <c:pt idx="109">
                  <c:v>4-22</c:v>
                </c:pt>
                <c:pt idx="110">
                  <c:v>4-23</c:v>
                </c:pt>
                <c:pt idx="111">
                  <c:v>4-24</c:v>
                </c:pt>
                <c:pt idx="112">
                  <c:v>4-25</c:v>
                </c:pt>
                <c:pt idx="113">
                  <c:v>4-26</c:v>
                </c:pt>
                <c:pt idx="114">
                  <c:v>4-27</c:v>
                </c:pt>
                <c:pt idx="115">
                  <c:v>4-28</c:v>
                </c:pt>
                <c:pt idx="116">
                  <c:v>4-29</c:v>
                </c:pt>
                <c:pt idx="117">
                  <c:v>5-1</c:v>
                </c:pt>
                <c:pt idx="118">
                  <c:v>5-2</c:v>
                </c:pt>
                <c:pt idx="119">
                  <c:v>5-3</c:v>
                </c:pt>
                <c:pt idx="120">
                  <c:v>5-4</c:v>
                </c:pt>
                <c:pt idx="121">
                  <c:v>5-5</c:v>
                </c:pt>
                <c:pt idx="122">
                  <c:v>5-6</c:v>
                </c:pt>
                <c:pt idx="123">
                  <c:v>5-7</c:v>
                </c:pt>
                <c:pt idx="124">
                  <c:v>5-8</c:v>
                </c:pt>
                <c:pt idx="125">
                  <c:v>5-9</c:v>
                </c:pt>
                <c:pt idx="126">
                  <c:v>5-10</c:v>
                </c:pt>
                <c:pt idx="127">
                  <c:v>5-11</c:v>
                </c:pt>
                <c:pt idx="128">
                  <c:v>5-12</c:v>
                </c:pt>
                <c:pt idx="129">
                  <c:v>5-13</c:v>
                </c:pt>
                <c:pt idx="130">
                  <c:v>5-14</c:v>
                </c:pt>
                <c:pt idx="131">
                  <c:v>5-15</c:v>
                </c:pt>
                <c:pt idx="132">
                  <c:v>5-16</c:v>
                </c:pt>
                <c:pt idx="133">
                  <c:v>5-17</c:v>
                </c:pt>
                <c:pt idx="134">
                  <c:v>5-18</c:v>
                </c:pt>
                <c:pt idx="135">
                  <c:v>5-19</c:v>
                </c:pt>
                <c:pt idx="136">
                  <c:v>5-20</c:v>
                </c:pt>
                <c:pt idx="137">
                  <c:v>5-21</c:v>
                </c:pt>
                <c:pt idx="138">
                  <c:v>5-22</c:v>
                </c:pt>
                <c:pt idx="139">
                  <c:v>5-23</c:v>
                </c:pt>
                <c:pt idx="140">
                  <c:v>5-24</c:v>
                </c:pt>
                <c:pt idx="141">
                  <c:v>5-25</c:v>
                </c:pt>
                <c:pt idx="142">
                  <c:v>5-26</c:v>
                </c:pt>
                <c:pt idx="143">
                  <c:v>5-27</c:v>
                </c:pt>
                <c:pt idx="144">
                  <c:v>5-28</c:v>
                </c:pt>
                <c:pt idx="145">
                  <c:v>5-29</c:v>
                </c:pt>
                <c:pt idx="146">
                  <c:v>5-30</c:v>
                </c:pt>
                <c:pt idx="147">
                  <c:v>6-1</c:v>
                </c:pt>
                <c:pt idx="148">
                  <c:v>6-2</c:v>
                </c:pt>
                <c:pt idx="149">
                  <c:v>6-3</c:v>
                </c:pt>
                <c:pt idx="150">
                  <c:v>6-4</c:v>
                </c:pt>
                <c:pt idx="151">
                  <c:v>6-5</c:v>
                </c:pt>
                <c:pt idx="152">
                  <c:v>6-6</c:v>
                </c:pt>
                <c:pt idx="153">
                  <c:v>6-7</c:v>
                </c:pt>
                <c:pt idx="154">
                  <c:v>6-8</c:v>
                </c:pt>
                <c:pt idx="155">
                  <c:v>6-9</c:v>
                </c:pt>
                <c:pt idx="156">
                  <c:v>6-10</c:v>
                </c:pt>
                <c:pt idx="157">
                  <c:v>6-11</c:v>
                </c:pt>
                <c:pt idx="158">
                  <c:v>6-12</c:v>
                </c:pt>
                <c:pt idx="159">
                  <c:v>6-13</c:v>
                </c:pt>
                <c:pt idx="160">
                  <c:v>6-14</c:v>
                </c:pt>
                <c:pt idx="161">
                  <c:v>6-15</c:v>
                </c:pt>
                <c:pt idx="162">
                  <c:v>6-16</c:v>
                </c:pt>
                <c:pt idx="163">
                  <c:v>6-17</c:v>
                </c:pt>
                <c:pt idx="164">
                  <c:v>6-18</c:v>
                </c:pt>
                <c:pt idx="165">
                  <c:v>6-19</c:v>
                </c:pt>
                <c:pt idx="166">
                  <c:v>6-20</c:v>
                </c:pt>
                <c:pt idx="167">
                  <c:v>6-21</c:v>
                </c:pt>
                <c:pt idx="168">
                  <c:v>6-22</c:v>
                </c:pt>
                <c:pt idx="169">
                  <c:v>6-23</c:v>
                </c:pt>
                <c:pt idx="170">
                  <c:v>6-24</c:v>
                </c:pt>
                <c:pt idx="171">
                  <c:v>6-25</c:v>
                </c:pt>
                <c:pt idx="172">
                  <c:v>6-26</c:v>
                </c:pt>
                <c:pt idx="173">
                  <c:v>6-27</c:v>
                </c:pt>
                <c:pt idx="174">
                  <c:v>6-28</c:v>
                </c:pt>
                <c:pt idx="175">
                  <c:v>6-29</c:v>
                </c:pt>
                <c:pt idx="176">
                  <c:v>7-1</c:v>
                </c:pt>
                <c:pt idx="177">
                  <c:v>7-2</c:v>
                </c:pt>
                <c:pt idx="178">
                  <c:v>7-3</c:v>
                </c:pt>
                <c:pt idx="179">
                  <c:v>7-4</c:v>
                </c:pt>
                <c:pt idx="180">
                  <c:v>7-5</c:v>
                </c:pt>
                <c:pt idx="181">
                  <c:v>7-6</c:v>
                </c:pt>
                <c:pt idx="182">
                  <c:v>7-7</c:v>
                </c:pt>
                <c:pt idx="183">
                  <c:v>7-8</c:v>
                </c:pt>
                <c:pt idx="184">
                  <c:v>7-9</c:v>
                </c:pt>
                <c:pt idx="185">
                  <c:v>7-10</c:v>
                </c:pt>
                <c:pt idx="186">
                  <c:v>7-11</c:v>
                </c:pt>
                <c:pt idx="187">
                  <c:v>7-12</c:v>
                </c:pt>
                <c:pt idx="188">
                  <c:v>7-13</c:v>
                </c:pt>
                <c:pt idx="189">
                  <c:v>7-14</c:v>
                </c:pt>
                <c:pt idx="190">
                  <c:v>7-15</c:v>
                </c:pt>
                <c:pt idx="191">
                  <c:v>7-16</c:v>
                </c:pt>
                <c:pt idx="192">
                  <c:v>7-17</c:v>
                </c:pt>
                <c:pt idx="193">
                  <c:v>7-18</c:v>
                </c:pt>
                <c:pt idx="194">
                  <c:v>7-19</c:v>
                </c:pt>
                <c:pt idx="195">
                  <c:v>7-20</c:v>
                </c:pt>
                <c:pt idx="196">
                  <c:v>7-21</c:v>
                </c:pt>
                <c:pt idx="197">
                  <c:v>7-22</c:v>
                </c:pt>
                <c:pt idx="198">
                  <c:v>7-23</c:v>
                </c:pt>
                <c:pt idx="199">
                  <c:v>7-24</c:v>
                </c:pt>
                <c:pt idx="200">
                  <c:v>7-25</c:v>
                </c:pt>
                <c:pt idx="201">
                  <c:v>7-26</c:v>
                </c:pt>
                <c:pt idx="202">
                  <c:v>7-27</c:v>
                </c:pt>
                <c:pt idx="203">
                  <c:v>7-28</c:v>
                </c:pt>
                <c:pt idx="204">
                  <c:v>7-29</c:v>
                </c:pt>
                <c:pt idx="205">
                  <c:v>7-30</c:v>
                </c:pt>
                <c:pt idx="206">
                  <c:v>8-1</c:v>
                </c:pt>
                <c:pt idx="207">
                  <c:v>8-2</c:v>
                </c:pt>
                <c:pt idx="208">
                  <c:v>8-3</c:v>
                </c:pt>
                <c:pt idx="209">
                  <c:v>8-4</c:v>
                </c:pt>
                <c:pt idx="210">
                  <c:v>8-5</c:v>
                </c:pt>
                <c:pt idx="211">
                  <c:v>8-6</c:v>
                </c:pt>
                <c:pt idx="212">
                  <c:v>8-7</c:v>
                </c:pt>
                <c:pt idx="213">
                  <c:v>8-8</c:v>
                </c:pt>
                <c:pt idx="214">
                  <c:v>8-9</c:v>
                </c:pt>
                <c:pt idx="215">
                  <c:v>8-10</c:v>
                </c:pt>
                <c:pt idx="216">
                  <c:v>8-11</c:v>
                </c:pt>
                <c:pt idx="217">
                  <c:v>8-12</c:v>
                </c:pt>
                <c:pt idx="218">
                  <c:v>8-13</c:v>
                </c:pt>
                <c:pt idx="219">
                  <c:v>8-14</c:v>
                </c:pt>
                <c:pt idx="220">
                  <c:v>8-15</c:v>
                </c:pt>
                <c:pt idx="221">
                  <c:v>8-16</c:v>
                </c:pt>
                <c:pt idx="222">
                  <c:v>8-17</c:v>
                </c:pt>
                <c:pt idx="223">
                  <c:v>8-18</c:v>
                </c:pt>
                <c:pt idx="224">
                  <c:v>8-19</c:v>
                </c:pt>
                <c:pt idx="225">
                  <c:v>8-20</c:v>
                </c:pt>
                <c:pt idx="226">
                  <c:v>8-21</c:v>
                </c:pt>
                <c:pt idx="227">
                  <c:v>8-22</c:v>
                </c:pt>
                <c:pt idx="228">
                  <c:v>8-23</c:v>
                </c:pt>
                <c:pt idx="229">
                  <c:v>8-24</c:v>
                </c:pt>
                <c:pt idx="230">
                  <c:v>8-25</c:v>
                </c:pt>
                <c:pt idx="231">
                  <c:v>8-26</c:v>
                </c:pt>
                <c:pt idx="232">
                  <c:v>8-27</c:v>
                </c:pt>
                <c:pt idx="233">
                  <c:v>8-28</c:v>
                </c:pt>
                <c:pt idx="234">
                  <c:v>8-29</c:v>
                </c:pt>
                <c:pt idx="235">
                  <c:v>8-30</c:v>
                </c:pt>
                <c:pt idx="236">
                  <c:v>9-1</c:v>
                </c:pt>
                <c:pt idx="237">
                  <c:v>9-2</c:v>
                </c:pt>
                <c:pt idx="238">
                  <c:v>9-3</c:v>
                </c:pt>
                <c:pt idx="239">
                  <c:v>9-4</c:v>
                </c:pt>
                <c:pt idx="240">
                  <c:v>9-5</c:v>
                </c:pt>
                <c:pt idx="241">
                  <c:v>9-6</c:v>
                </c:pt>
                <c:pt idx="242">
                  <c:v>9-7</c:v>
                </c:pt>
                <c:pt idx="243">
                  <c:v>9-8</c:v>
                </c:pt>
                <c:pt idx="244">
                  <c:v>9-9</c:v>
                </c:pt>
                <c:pt idx="245">
                  <c:v>9-10</c:v>
                </c:pt>
                <c:pt idx="246">
                  <c:v>9-11</c:v>
                </c:pt>
                <c:pt idx="247">
                  <c:v>9-12</c:v>
                </c:pt>
                <c:pt idx="248">
                  <c:v>9-13</c:v>
                </c:pt>
                <c:pt idx="249">
                  <c:v>9-14</c:v>
                </c:pt>
                <c:pt idx="250">
                  <c:v>9-15</c:v>
                </c:pt>
                <c:pt idx="251">
                  <c:v>9-16</c:v>
                </c:pt>
                <c:pt idx="252">
                  <c:v>9-17</c:v>
                </c:pt>
                <c:pt idx="253">
                  <c:v>9-18</c:v>
                </c:pt>
                <c:pt idx="254">
                  <c:v>9-19</c:v>
                </c:pt>
                <c:pt idx="255">
                  <c:v>9-20</c:v>
                </c:pt>
                <c:pt idx="256">
                  <c:v>9-21</c:v>
                </c:pt>
                <c:pt idx="257">
                  <c:v>9-22</c:v>
                </c:pt>
                <c:pt idx="258">
                  <c:v>9-23</c:v>
                </c:pt>
                <c:pt idx="259">
                  <c:v>9-24</c:v>
                </c:pt>
                <c:pt idx="260">
                  <c:v>9-25</c:v>
                </c:pt>
                <c:pt idx="261">
                  <c:v>9-26</c:v>
                </c:pt>
                <c:pt idx="262">
                  <c:v>9-27</c:v>
                </c:pt>
                <c:pt idx="263">
                  <c:v>9-28</c:v>
                </c:pt>
                <c:pt idx="264">
                  <c:v>9-29</c:v>
                </c:pt>
                <c:pt idx="265">
                  <c:v>10-1</c:v>
                </c:pt>
                <c:pt idx="266">
                  <c:v>10-2</c:v>
                </c:pt>
                <c:pt idx="267">
                  <c:v>10-3</c:v>
                </c:pt>
                <c:pt idx="268">
                  <c:v>10-4</c:v>
                </c:pt>
                <c:pt idx="269">
                  <c:v>10-5</c:v>
                </c:pt>
                <c:pt idx="270">
                  <c:v>10-6</c:v>
                </c:pt>
                <c:pt idx="271">
                  <c:v>10-7</c:v>
                </c:pt>
                <c:pt idx="272">
                  <c:v>10-8</c:v>
                </c:pt>
                <c:pt idx="273">
                  <c:v>10-9</c:v>
                </c:pt>
                <c:pt idx="274">
                  <c:v>10-10</c:v>
                </c:pt>
                <c:pt idx="275">
                  <c:v>10-11</c:v>
                </c:pt>
                <c:pt idx="276">
                  <c:v>10-12</c:v>
                </c:pt>
                <c:pt idx="277">
                  <c:v>10-13</c:v>
                </c:pt>
                <c:pt idx="278">
                  <c:v>10-14</c:v>
                </c:pt>
                <c:pt idx="279">
                  <c:v>10-15</c:v>
                </c:pt>
                <c:pt idx="280">
                  <c:v>10-16</c:v>
                </c:pt>
                <c:pt idx="281">
                  <c:v>10-17</c:v>
                </c:pt>
                <c:pt idx="282">
                  <c:v>10-18</c:v>
                </c:pt>
                <c:pt idx="283">
                  <c:v>10-19</c:v>
                </c:pt>
                <c:pt idx="284">
                  <c:v>10-20</c:v>
                </c:pt>
                <c:pt idx="285">
                  <c:v>10-21</c:v>
                </c:pt>
                <c:pt idx="286">
                  <c:v>10-22</c:v>
                </c:pt>
                <c:pt idx="287">
                  <c:v>10-23</c:v>
                </c:pt>
                <c:pt idx="288">
                  <c:v>10-24</c:v>
                </c:pt>
                <c:pt idx="289">
                  <c:v>10-25</c:v>
                </c:pt>
                <c:pt idx="290">
                  <c:v>10-26</c:v>
                </c:pt>
                <c:pt idx="291">
                  <c:v>10-27</c:v>
                </c:pt>
                <c:pt idx="292">
                  <c:v>10-28</c:v>
                </c:pt>
                <c:pt idx="293">
                  <c:v>10-29</c:v>
                </c:pt>
                <c:pt idx="294">
                  <c:v>10-30</c:v>
                </c:pt>
                <c:pt idx="295">
                  <c:v>11-1</c:v>
                </c:pt>
                <c:pt idx="296">
                  <c:v>11-2</c:v>
                </c:pt>
                <c:pt idx="297">
                  <c:v>11-3</c:v>
                </c:pt>
                <c:pt idx="298">
                  <c:v>11-4</c:v>
                </c:pt>
                <c:pt idx="299">
                  <c:v>11-5</c:v>
                </c:pt>
                <c:pt idx="300">
                  <c:v>11-6</c:v>
                </c:pt>
                <c:pt idx="301">
                  <c:v>11-7</c:v>
                </c:pt>
                <c:pt idx="302">
                  <c:v>11-8</c:v>
                </c:pt>
                <c:pt idx="303">
                  <c:v>11-9</c:v>
                </c:pt>
                <c:pt idx="304">
                  <c:v>11-10</c:v>
                </c:pt>
                <c:pt idx="305">
                  <c:v>11-11</c:v>
                </c:pt>
                <c:pt idx="306">
                  <c:v>11-12</c:v>
                </c:pt>
                <c:pt idx="307">
                  <c:v>11-13</c:v>
                </c:pt>
                <c:pt idx="308">
                  <c:v>11-14</c:v>
                </c:pt>
                <c:pt idx="309">
                  <c:v>11-15</c:v>
                </c:pt>
                <c:pt idx="310">
                  <c:v>11-16</c:v>
                </c:pt>
                <c:pt idx="311">
                  <c:v>11-17</c:v>
                </c:pt>
                <c:pt idx="312">
                  <c:v>11-18</c:v>
                </c:pt>
                <c:pt idx="313">
                  <c:v>11-19</c:v>
                </c:pt>
                <c:pt idx="314">
                  <c:v>11-20</c:v>
                </c:pt>
                <c:pt idx="315">
                  <c:v>11-21</c:v>
                </c:pt>
                <c:pt idx="316">
                  <c:v>11-22</c:v>
                </c:pt>
                <c:pt idx="317">
                  <c:v>11-23</c:v>
                </c:pt>
                <c:pt idx="318">
                  <c:v>11-24</c:v>
                </c:pt>
                <c:pt idx="319">
                  <c:v>11-25</c:v>
                </c:pt>
                <c:pt idx="320">
                  <c:v>11-26</c:v>
                </c:pt>
                <c:pt idx="321">
                  <c:v>11-27</c:v>
                </c:pt>
                <c:pt idx="322">
                  <c:v>11-28</c:v>
                </c:pt>
                <c:pt idx="323">
                  <c:v>11-29</c:v>
                </c:pt>
                <c:pt idx="324">
                  <c:v>11-30</c:v>
                </c:pt>
                <c:pt idx="325">
                  <c:v>12-1</c:v>
                </c:pt>
                <c:pt idx="326">
                  <c:v>12-2</c:v>
                </c:pt>
                <c:pt idx="327">
                  <c:v>12-3</c:v>
                </c:pt>
                <c:pt idx="328">
                  <c:v>12-4</c:v>
                </c:pt>
                <c:pt idx="329">
                  <c:v>12-5</c:v>
                </c:pt>
                <c:pt idx="330">
                  <c:v>12-6</c:v>
                </c:pt>
                <c:pt idx="331">
                  <c:v>12-7</c:v>
                </c:pt>
                <c:pt idx="332">
                  <c:v>12-8</c:v>
                </c:pt>
                <c:pt idx="333">
                  <c:v>12-9</c:v>
                </c:pt>
                <c:pt idx="334">
                  <c:v>12-10</c:v>
                </c:pt>
                <c:pt idx="335">
                  <c:v>12-11</c:v>
                </c:pt>
                <c:pt idx="336">
                  <c:v>12-12</c:v>
                </c:pt>
                <c:pt idx="337">
                  <c:v>12-13</c:v>
                </c:pt>
                <c:pt idx="338">
                  <c:v>12-14</c:v>
                </c:pt>
                <c:pt idx="339">
                  <c:v>12-15</c:v>
                </c:pt>
                <c:pt idx="340">
                  <c:v>12-16</c:v>
                </c:pt>
                <c:pt idx="341">
                  <c:v>12-17</c:v>
                </c:pt>
                <c:pt idx="342">
                  <c:v>12-18</c:v>
                </c:pt>
                <c:pt idx="343">
                  <c:v>12-19</c:v>
                </c:pt>
                <c:pt idx="344">
                  <c:v>12-20</c:v>
                </c:pt>
                <c:pt idx="345">
                  <c:v>12-21</c:v>
                </c:pt>
                <c:pt idx="346">
                  <c:v>12-22</c:v>
                </c:pt>
                <c:pt idx="347">
                  <c:v>12-23</c:v>
                </c:pt>
                <c:pt idx="348">
                  <c:v>12-24</c:v>
                </c:pt>
                <c:pt idx="349">
                  <c:v>12-25</c:v>
                </c:pt>
              </c:strCache>
            </c:strRef>
          </c:cat>
          <c:val>
            <c:numRef>
              <c:f>[1.1、日度跟踪666.xlsx]Sheet1!$L$3:$L$352</c:f>
              <c:numCache>
                <c:formatCode>General</c:formatCode>
                <c:ptCount val="350"/>
                <c:pt idx="8">
                  <c:v>24016</c:v>
                </c:pt>
                <c:pt idx="9">
                  <c:v>29120</c:v>
                </c:pt>
                <c:pt idx="10">
                  <c:v>34378</c:v>
                </c:pt>
                <c:pt idx="11">
                  <c:v>35857</c:v>
                </c:pt>
                <c:pt idx="12">
                  <c:v>36457</c:v>
                </c:pt>
                <c:pt idx="13">
                  <c:v>40105</c:v>
                </c:pt>
                <c:pt idx="14">
                  <c:v>38301</c:v>
                </c:pt>
                <c:pt idx="15">
                  <c:v>39014</c:v>
                </c:pt>
                <c:pt idx="16">
                  <c:v>38810</c:v>
                </c:pt>
                <c:pt idx="17">
                  <c:v>37220</c:v>
                </c:pt>
                <c:pt idx="18">
                  <c:v>36788</c:v>
                </c:pt>
                <c:pt idx="19">
                  <c:v>31379</c:v>
                </c:pt>
                <c:pt idx="20">
                  <c:v>39030</c:v>
                </c:pt>
                <c:pt idx="21">
                  <c:v>43990</c:v>
                </c:pt>
                <c:pt idx="22">
                  <c:v>44434</c:v>
                </c:pt>
                <c:pt idx="23">
                  <c:v>46043</c:v>
                </c:pt>
                <c:pt idx="24">
                  <c:v>46946</c:v>
                </c:pt>
                <c:pt idx="25">
                  <c:v>45663</c:v>
                </c:pt>
                <c:pt idx="26">
                  <c:v>46209</c:v>
                </c:pt>
                <c:pt idx="27">
                  <c:v>50763</c:v>
                </c:pt>
                <c:pt idx="28">
                  <c:v>53040</c:v>
                </c:pt>
                <c:pt idx="29">
                  <c:v>51858</c:v>
                </c:pt>
                <c:pt idx="30">
                  <c:v>54326</c:v>
                </c:pt>
                <c:pt idx="31">
                  <c:v>53273</c:v>
                </c:pt>
                <c:pt idx="32">
                  <c:v>56155</c:v>
                </c:pt>
                <c:pt idx="33">
                  <c:v>53989</c:v>
                </c:pt>
                <c:pt idx="34">
                  <c:v>54778</c:v>
                </c:pt>
                <c:pt idx="35">
                  <c:v>54168</c:v>
                </c:pt>
                <c:pt idx="36">
                  <c:v>54759</c:v>
                </c:pt>
                <c:pt idx="37">
                  <c:v>56506</c:v>
                </c:pt>
                <c:pt idx="38">
                  <c:v>57426</c:v>
                </c:pt>
                <c:pt idx="39">
                  <c:v>58317</c:v>
                </c:pt>
                <c:pt idx="40">
                  <c:v>59007</c:v>
                </c:pt>
                <c:pt idx="41">
                  <c:v>58982</c:v>
                </c:pt>
                <c:pt idx="42">
                  <c:v>59087</c:v>
                </c:pt>
                <c:pt idx="43">
                  <c:v>59292</c:v>
                </c:pt>
                <c:pt idx="44">
                  <c:v>60478</c:v>
                </c:pt>
                <c:pt idx="45">
                  <c:v>61412</c:v>
                </c:pt>
                <c:pt idx="46">
                  <c:v>61800</c:v>
                </c:pt>
                <c:pt idx="47">
                  <c:v>61317</c:v>
                </c:pt>
                <c:pt idx="48">
                  <c:v>62943</c:v>
                </c:pt>
                <c:pt idx="49">
                  <c:v>62742</c:v>
                </c:pt>
                <c:pt idx="50">
                  <c:v>64960</c:v>
                </c:pt>
                <c:pt idx="51">
                  <c:v>68093</c:v>
                </c:pt>
                <c:pt idx="52">
                  <c:v>68450</c:v>
                </c:pt>
                <c:pt idx="53">
                  <c:v>71435</c:v>
                </c:pt>
                <c:pt idx="54">
                  <c:v>70980</c:v>
                </c:pt>
                <c:pt idx="55">
                  <c:v>70264</c:v>
                </c:pt>
                <c:pt idx="56">
                  <c:v>72578</c:v>
                </c:pt>
                <c:pt idx="57">
                  <c:v>71849</c:v>
                </c:pt>
                <c:pt idx="58">
                  <c:v>72766</c:v>
                </c:pt>
                <c:pt idx="59">
                  <c:v>71760</c:v>
                </c:pt>
                <c:pt idx="60">
                  <c:v>69597</c:v>
                </c:pt>
                <c:pt idx="61">
                  <c:v>69598</c:v>
                </c:pt>
                <c:pt idx="62">
                  <c:v>72096</c:v>
                </c:pt>
                <c:pt idx="63">
                  <c:v>71365</c:v>
                </c:pt>
                <c:pt idx="64">
                  <c:v>70691</c:v>
                </c:pt>
                <c:pt idx="65">
                  <c:v>71493</c:v>
                </c:pt>
                <c:pt idx="66">
                  <c:v>72822</c:v>
                </c:pt>
                <c:pt idx="67">
                  <c:v>74820</c:v>
                </c:pt>
                <c:pt idx="68">
                  <c:v>74674</c:v>
                </c:pt>
                <c:pt idx="69">
                  <c:v>74962</c:v>
                </c:pt>
                <c:pt idx="70">
                  <c:v>75683</c:v>
                </c:pt>
                <c:pt idx="71">
                  <c:v>74938</c:v>
                </c:pt>
                <c:pt idx="72">
                  <c:v>74369</c:v>
                </c:pt>
                <c:pt idx="73">
                  <c:v>74073</c:v>
                </c:pt>
                <c:pt idx="74">
                  <c:v>75188</c:v>
                </c:pt>
                <c:pt idx="75">
                  <c:v>74808</c:v>
                </c:pt>
                <c:pt idx="76">
                  <c:v>75178</c:v>
                </c:pt>
                <c:pt idx="77">
                  <c:v>75227</c:v>
                </c:pt>
                <c:pt idx="78">
                  <c:v>75610</c:v>
                </c:pt>
                <c:pt idx="79">
                  <c:v>75995</c:v>
                </c:pt>
                <c:pt idx="80">
                  <c:v>75914</c:v>
                </c:pt>
                <c:pt idx="81">
                  <c:v>75425</c:v>
                </c:pt>
                <c:pt idx="82">
                  <c:v>75262</c:v>
                </c:pt>
                <c:pt idx="83">
                  <c:v>75310</c:v>
                </c:pt>
                <c:pt idx="84">
                  <c:v>75543</c:v>
                </c:pt>
                <c:pt idx="85">
                  <c:v>74077</c:v>
                </c:pt>
                <c:pt idx="86">
                  <c:v>74577</c:v>
                </c:pt>
                <c:pt idx="87">
                  <c:v>75970</c:v>
                </c:pt>
                <c:pt idx="88">
                  <c:v>75550</c:v>
                </c:pt>
                <c:pt idx="89">
                  <c:v>75769</c:v>
                </c:pt>
                <c:pt idx="90">
                  <c:v>73992</c:v>
                </c:pt>
                <c:pt idx="91">
                  <c:v>74481</c:v>
                </c:pt>
                <c:pt idx="92">
                  <c:v>74604</c:v>
                </c:pt>
                <c:pt idx="93">
                  <c:v>74515</c:v>
                </c:pt>
                <c:pt idx="94">
                  <c:v>75679</c:v>
                </c:pt>
                <c:pt idx="95">
                  <c:v>73925</c:v>
                </c:pt>
                <c:pt idx="96">
                  <c:v>83099</c:v>
                </c:pt>
                <c:pt idx="97">
                  <c:v>83099</c:v>
                </c:pt>
                <c:pt idx="98">
                  <c:v>83099</c:v>
                </c:pt>
                <c:pt idx="99">
                  <c:v>76560</c:v>
                </c:pt>
                <c:pt idx="100">
                  <c:v>70892</c:v>
                </c:pt>
                <c:pt idx="101">
                  <c:v>69089</c:v>
                </c:pt>
                <c:pt idx="102">
                  <c:v>68916</c:v>
                </c:pt>
                <c:pt idx="103">
                  <c:v>71496</c:v>
                </c:pt>
                <c:pt idx="104">
                  <c:v>75046</c:v>
                </c:pt>
                <c:pt idx="105">
                  <c:v>77727</c:v>
                </c:pt>
                <c:pt idx="106">
                  <c:v>80379</c:v>
                </c:pt>
                <c:pt idx="107">
                  <c:v>81864</c:v>
                </c:pt>
                <c:pt idx="108">
                  <c:v>80322</c:v>
                </c:pt>
                <c:pt idx="109">
                  <c:v>81838</c:v>
                </c:pt>
                <c:pt idx="110">
                  <c:v>84012</c:v>
                </c:pt>
                <c:pt idx="111">
                  <c:v>86269</c:v>
                </c:pt>
                <c:pt idx="112">
                  <c:v>86996</c:v>
                </c:pt>
                <c:pt idx="113">
                  <c:v>88780</c:v>
                </c:pt>
                <c:pt idx="114">
                  <c:v>89276</c:v>
                </c:pt>
                <c:pt idx="115">
                  <c:v>89985</c:v>
                </c:pt>
                <c:pt idx="116">
                  <c:v>90722</c:v>
                </c:pt>
                <c:pt idx="117">
                  <c:v>92881</c:v>
                </c:pt>
                <c:pt idx="118">
                  <c:v>94372</c:v>
                </c:pt>
                <c:pt idx="119">
                  <c:v>95844</c:v>
                </c:pt>
                <c:pt idx="120">
                  <c:v>95674</c:v>
                </c:pt>
                <c:pt idx="121">
                  <c:v>91083</c:v>
                </c:pt>
                <c:pt idx="122">
                  <c:v>80306</c:v>
                </c:pt>
                <c:pt idx="123">
                  <c:v>74101</c:v>
                </c:pt>
                <c:pt idx="124">
                  <c:v>73677</c:v>
                </c:pt>
                <c:pt idx="125">
                  <c:v>74439</c:v>
                </c:pt>
                <c:pt idx="126">
                  <c:v>72170</c:v>
                </c:pt>
                <c:pt idx="127">
                  <c:v>72392</c:v>
                </c:pt>
                <c:pt idx="128">
                  <c:v>70084</c:v>
                </c:pt>
                <c:pt idx="129">
                  <c:v>69217</c:v>
                </c:pt>
                <c:pt idx="130">
                  <c:v>71368</c:v>
                </c:pt>
                <c:pt idx="131">
                  <c:v>68232</c:v>
                </c:pt>
                <c:pt idx="132">
                  <c:v>64458</c:v>
                </c:pt>
                <c:pt idx="133">
                  <c:v>66097</c:v>
                </c:pt>
                <c:pt idx="134">
                  <c:v>65011</c:v>
                </c:pt>
                <c:pt idx="135">
                  <c:v>65201</c:v>
                </c:pt>
                <c:pt idx="136">
                  <c:v>68139</c:v>
                </c:pt>
                <c:pt idx="137">
                  <c:v>68543</c:v>
                </c:pt>
                <c:pt idx="138">
                  <c:v>67959</c:v>
                </c:pt>
                <c:pt idx="139">
                  <c:v>66739</c:v>
                </c:pt>
                <c:pt idx="140">
                  <c:v>68323</c:v>
                </c:pt>
                <c:pt idx="141">
                  <c:v>68501</c:v>
                </c:pt>
                <c:pt idx="142">
                  <c:v>69618</c:v>
                </c:pt>
                <c:pt idx="143">
                  <c:v>68729</c:v>
                </c:pt>
                <c:pt idx="144">
                  <c:v>67044</c:v>
                </c:pt>
                <c:pt idx="145">
                  <c:v>68062</c:v>
                </c:pt>
                <c:pt idx="146">
                  <c:v>68954</c:v>
                </c:pt>
                <c:pt idx="147">
                  <c:v>68388</c:v>
                </c:pt>
                <c:pt idx="148">
                  <c:v>67425</c:v>
                </c:pt>
                <c:pt idx="149">
                  <c:v>68303</c:v>
                </c:pt>
                <c:pt idx="150">
                  <c:v>67722</c:v>
                </c:pt>
                <c:pt idx="151">
                  <c:v>70955</c:v>
                </c:pt>
                <c:pt idx="152">
                  <c:v>68845</c:v>
                </c:pt>
                <c:pt idx="153">
                  <c:v>69549</c:v>
                </c:pt>
                <c:pt idx="154">
                  <c:v>69039</c:v>
                </c:pt>
                <c:pt idx="155">
                  <c:v>68752</c:v>
                </c:pt>
                <c:pt idx="156">
                  <c:v>69543</c:v>
                </c:pt>
                <c:pt idx="157">
                  <c:v>69871</c:v>
                </c:pt>
                <c:pt idx="158">
                  <c:v>71423</c:v>
                </c:pt>
                <c:pt idx="159">
                  <c:v>69699</c:v>
                </c:pt>
                <c:pt idx="160">
                  <c:v>72359</c:v>
                </c:pt>
                <c:pt idx="161">
                  <c:v>70823</c:v>
                </c:pt>
                <c:pt idx="162">
                  <c:v>71700</c:v>
                </c:pt>
                <c:pt idx="163">
                  <c:v>70994</c:v>
                </c:pt>
                <c:pt idx="164">
                  <c:v>71426</c:v>
                </c:pt>
                <c:pt idx="165">
                  <c:v>69926</c:v>
                </c:pt>
                <c:pt idx="166">
                  <c:v>71493</c:v>
                </c:pt>
                <c:pt idx="167">
                  <c:v>69426</c:v>
                </c:pt>
                <c:pt idx="168">
                  <c:v>71821</c:v>
                </c:pt>
                <c:pt idx="169">
                  <c:v>70215</c:v>
                </c:pt>
                <c:pt idx="170">
                  <c:v>70643</c:v>
                </c:pt>
                <c:pt idx="171">
                  <c:v>69917</c:v>
                </c:pt>
                <c:pt idx="172">
                  <c:v>71949</c:v>
                </c:pt>
                <c:pt idx="173">
                  <c:v>70216</c:v>
                </c:pt>
                <c:pt idx="174">
                  <c:v>73058</c:v>
                </c:pt>
                <c:pt idx="175">
                  <c:v>70390</c:v>
                </c:pt>
                <c:pt idx="176">
                  <c:v>70946</c:v>
                </c:pt>
                <c:pt idx="177">
                  <c:v>70478</c:v>
                </c:pt>
                <c:pt idx="178">
                  <c:v>70663</c:v>
                </c:pt>
                <c:pt idx="179">
                  <c:v>74906</c:v>
                </c:pt>
                <c:pt idx="180">
                  <c:v>70719</c:v>
                </c:pt>
                <c:pt idx="181">
                  <c:v>71187</c:v>
                </c:pt>
                <c:pt idx="182">
                  <c:v>70684</c:v>
                </c:pt>
                <c:pt idx="183">
                  <c:v>70688</c:v>
                </c:pt>
                <c:pt idx="184">
                  <c:v>70793</c:v>
                </c:pt>
                <c:pt idx="185">
                  <c:v>70539</c:v>
                </c:pt>
                <c:pt idx="186">
                  <c:v>71597</c:v>
                </c:pt>
                <c:pt idx="187">
                  <c:v>72362</c:v>
                </c:pt>
                <c:pt idx="188">
                  <c:v>78052</c:v>
                </c:pt>
                <c:pt idx="189">
                  <c:v>76633</c:v>
                </c:pt>
                <c:pt idx="190">
                  <c:v>76954</c:v>
                </c:pt>
                <c:pt idx="191">
                  <c:v>76679</c:v>
                </c:pt>
                <c:pt idx="192">
                  <c:v>77474</c:v>
                </c:pt>
                <c:pt idx="193">
                  <c:v>77356</c:v>
                </c:pt>
                <c:pt idx="194">
                  <c:v>80632</c:v>
                </c:pt>
                <c:pt idx="195">
                  <c:v>80148</c:v>
                </c:pt>
                <c:pt idx="196">
                  <c:v>75254</c:v>
                </c:pt>
                <c:pt idx="197">
                  <c:v>76804</c:v>
                </c:pt>
                <c:pt idx="198">
                  <c:v>76791</c:v>
                </c:pt>
                <c:pt idx="199">
                  <c:v>77743</c:v>
                </c:pt>
                <c:pt idx="200">
                  <c:v>76501</c:v>
                </c:pt>
                <c:pt idx="201">
                  <c:v>79204</c:v>
                </c:pt>
                <c:pt idx="202">
                  <c:v>80108</c:v>
                </c:pt>
                <c:pt idx="203">
                  <c:v>77735</c:v>
                </c:pt>
                <c:pt idx="204">
                  <c:v>78280</c:v>
                </c:pt>
                <c:pt idx="206">
                  <c:v>79149</c:v>
                </c:pt>
                <c:pt idx="207">
                  <c:v>82526</c:v>
                </c:pt>
                <c:pt idx="208">
                  <c:v>86671</c:v>
                </c:pt>
                <c:pt idx="209">
                  <c:v>85566</c:v>
                </c:pt>
                <c:pt idx="210">
                  <c:v>88552</c:v>
                </c:pt>
                <c:pt idx="211">
                  <c:v>91575</c:v>
                </c:pt>
                <c:pt idx="212">
                  <c:v>90672</c:v>
                </c:pt>
                <c:pt idx="213">
                  <c:v>103701</c:v>
                </c:pt>
                <c:pt idx="214">
                  <c:v>110774</c:v>
                </c:pt>
                <c:pt idx="215">
                  <c:v>123524</c:v>
                </c:pt>
                <c:pt idx="216">
                  <c:v>124920</c:v>
                </c:pt>
                <c:pt idx="217">
                  <c:v>125402</c:v>
                </c:pt>
                <c:pt idx="218">
                  <c:v>117131</c:v>
                </c:pt>
                <c:pt idx="219">
                  <c:v>110298</c:v>
                </c:pt>
                <c:pt idx="227">
                  <c:v>85446</c:v>
                </c:pt>
                <c:pt idx="228">
                  <c:v>83800</c:v>
                </c:pt>
                <c:pt idx="229">
                  <c:v>86631</c:v>
                </c:pt>
                <c:pt idx="230">
                  <c:v>87007</c:v>
                </c:pt>
                <c:pt idx="231">
                  <c:v>87408</c:v>
                </c:pt>
                <c:pt idx="232">
                  <c:v>87372</c:v>
                </c:pt>
                <c:pt idx="233">
                  <c:v>87105</c:v>
                </c:pt>
                <c:pt idx="234">
                  <c:v>88113</c:v>
                </c:pt>
                <c:pt idx="238">
                  <c:v>88430</c:v>
                </c:pt>
                <c:pt idx="239">
                  <c:v>90598</c:v>
                </c:pt>
                <c:pt idx="240">
                  <c:v>91730</c:v>
                </c:pt>
                <c:pt idx="241">
                  <c:v>93238</c:v>
                </c:pt>
                <c:pt idx="242">
                  <c:v>93847</c:v>
                </c:pt>
                <c:pt idx="243">
                  <c:v>98082</c:v>
                </c:pt>
                <c:pt idx="244">
                  <c:v>107986</c:v>
                </c:pt>
                <c:pt idx="245">
                  <c:v>114959</c:v>
                </c:pt>
                <c:pt idx="246">
                  <c:v>112669</c:v>
                </c:pt>
                <c:pt idx="247">
                  <c:v>112662</c:v>
                </c:pt>
                <c:pt idx="248">
                  <c:v>109265</c:v>
                </c:pt>
                <c:pt idx="249">
                  <c:v>109931</c:v>
                </c:pt>
                <c:pt idx="250">
                  <c:v>115055</c:v>
                </c:pt>
                <c:pt idx="251">
                  <c:v>109735</c:v>
                </c:pt>
                <c:pt idx="252">
                  <c:v>101801</c:v>
                </c:pt>
                <c:pt idx="253">
                  <c:v>106640</c:v>
                </c:pt>
                <c:pt idx="254">
                  <c:v>106275</c:v>
                </c:pt>
                <c:pt idx="255">
                  <c:v>104224</c:v>
                </c:pt>
                <c:pt idx="256">
                  <c:v>104189</c:v>
                </c:pt>
                <c:pt idx="257">
                  <c:v>104111</c:v>
                </c:pt>
                <c:pt idx="258">
                  <c:v>104020</c:v>
                </c:pt>
                <c:pt idx="259">
                  <c:v>104448</c:v>
                </c:pt>
                <c:pt idx="260">
                  <c:v>104408</c:v>
                </c:pt>
                <c:pt idx="261">
                  <c:v>104132</c:v>
                </c:pt>
                <c:pt idx="262">
                  <c:v>103916</c:v>
                </c:pt>
                <c:pt idx="263">
                  <c:v>108900</c:v>
                </c:pt>
                <c:pt idx="264">
                  <c:v>110162</c:v>
                </c:pt>
                <c:pt idx="265">
                  <c:v>110403</c:v>
                </c:pt>
                <c:pt idx="266">
                  <c:v>109165</c:v>
                </c:pt>
                <c:pt idx="267">
                  <c:v>108387</c:v>
                </c:pt>
                <c:pt idx="268">
                  <c:v>107302</c:v>
                </c:pt>
                <c:pt idx="269">
                  <c:v>107133</c:v>
                </c:pt>
                <c:pt idx="270">
                  <c:v>108237</c:v>
                </c:pt>
                <c:pt idx="271">
                  <c:v>108107</c:v>
                </c:pt>
                <c:pt idx="272">
                  <c:v>114848</c:v>
                </c:pt>
                <c:pt idx="273">
                  <c:v>117729</c:v>
                </c:pt>
                <c:pt idx="274">
                  <c:v>124936</c:v>
                </c:pt>
                <c:pt idx="275">
                  <c:v>122308</c:v>
                </c:pt>
                <c:pt idx="276">
                  <c:v>123791</c:v>
                </c:pt>
                <c:pt idx="277">
                  <c:v>126765</c:v>
                </c:pt>
                <c:pt idx="278">
                  <c:v>129402</c:v>
                </c:pt>
                <c:pt idx="279">
                  <c:v>121862</c:v>
                </c:pt>
                <c:pt idx="280">
                  <c:v>120815</c:v>
                </c:pt>
                <c:pt idx="281">
                  <c:v>119415</c:v>
                </c:pt>
                <c:pt idx="282">
                  <c:v>120371</c:v>
                </c:pt>
                <c:pt idx="283">
                  <c:v>119585</c:v>
                </c:pt>
                <c:pt idx="284">
                  <c:v>120786</c:v>
                </c:pt>
                <c:pt idx="285">
                  <c:v>125337</c:v>
                </c:pt>
                <c:pt idx="286">
                  <c:v>123307</c:v>
                </c:pt>
                <c:pt idx="287">
                  <c:v>123086</c:v>
                </c:pt>
                <c:pt idx="288">
                  <c:v>124580</c:v>
                </c:pt>
                <c:pt idx="289">
                  <c:v>121181</c:v>
                </c:pt>
                <c:pt idx="290">
                  <c:v>123652</c:v>
                </c:pt>
                <c:pt idx="291">
                  <c:v>123216</c:v>
                </c:pt>
                <c:pt idx="292">
                  <c:v>124684</c:v>
                </c:pt>
                <c:pt idx="293">
                  <c:v>124449</c:v>
                </c:pt>
                <c:pt idx="294">
                  <c:v>123331</c:v>
                </c:pt>
                <c:pt idx="295">
                  <c:v>126035</c:v>
                </c:pt>
                <c:pt idx="296">
                  <c:v>129155</c:v>
                </c:pt>
                <c:pt idx="297">
                  <c:v>131831</c:v>
                </c:pt>
                <c:pt idx="298">
                  <c:v>143318</c:v>
                </c:pt>
                <c:pt idx="299">
                  <c:v>177721</c:v>
                </c:pt>
                <c:pt idx="300">
                  <c:v>178024</c:v>
                </c:pt>
                <c:pt idx="301">
                  <c:v>171813</c:v>
                </c:pt>
                <c:pt idx="302">
                  <c:v>168559</c:v>
                </c:pt>
                <c:pt idx="303">
                  <c:v>172976</c:v>
                </c:pt>
                <c:pt idx="304">
                  <c:v>174623</c:v>
                </c:pt>
                <c:pt idx="305">
                  <c:v>176622</c:v>
                </c:pt>
                <c:pt idx="306">
                  <c:v>179137</c:v>
                </c:pt>
                <c:pt idx="307">
                  <c:v>175937</c:v>
                </c:pt>
                <c:pt idx="308">
                  <c:v>174914</c:v>
                </c:pt>
                <c:pt idx="309">
                  <c:v>175457</c:v>
                </c:pt>
                <c:pt idx="310">
                  <c:v>174165</c:v>
                </c:pt>
                <c:pt idx="311">
                  <c:v>174321</c:v>
                </c:pt>
                <c:pt idx="312">
                  <c:v>186494</c:v>
                </c:pt>
                <c:pt idx="313">
                  <c:v>180830</c:v>
                </c:pt>
                <c:pt idx="314">
                  <c:v>177570</c:v>
                </c:pt>
                <c:pt idx="315">
                  <c:v>177419</c:v>
                </c:pt>
                <c:pt idx="316">
                  <c:v>178067</c:v>
                </c:pt>
                <c:pt idx="317">
                  <c:v>176914</c:v>
                </c:pt>
                <c:pt idx="318">
                  <c:v>176104</c:v>
                </c:pt>
                <c:pt idx="319">
                  <c:v>177783</c:v>
                </c:pt>
                <c:pt idx="320">
                  <c:v>181357</c:v>
                </c:pt>
                <c:pt idx="321">
                  <c:v>184632</c:v>
                </c:pt>
                <c:pt idx="322">
                  <c:v>182712</c:v>
                </c:pt>
                <c:pt idx="323">
                  <c:v>189329</c:v>
                </c:pt>
                <c:pt idx="325">
                  <c:v>195521</c:v>
                </c:pt>
                <c:pt idx="326">
                  <c:v>207375</c:v>
                </c:pt>
                <c:pt idx="327">
                  <c:v>210876</c:v>
                </c:pt>
                <c:pt idx="328">
                  <c:v>207026</c:v>
                </c:pt>
                <c:pt idx="329">
                  <c:v>208929</c:v>
                </c:pt>
                <c:pt idx="330">
                  <c:v>207084</c:v>
                </c:pt>
                <c:pt idx="331">
                  <c:v>200189</c:v>
                </c:pt>
                <c:pt idx="332">
                  <c:v>199542</c:v>
                </c:pt>
                <c:pt idx="333">
                  <c:v>193931</c:v>
                </c:pt>
                <c:pt idx="334">
                  <c:v>192601</c:v>
                </c:pt>
                <c:pt idx="335">
                  <c:v>197506</c:v>
                </c:pt>
                <c:pt idx="336">
                  <c:v>199330</c:v>
                </c:pt>
                <c:pt idx="337">
                  <c:v>197994</c:v>
                </c:pt>
                <c:pt idx="338">
                  <c:v>203410</c:v>
                </c:pt>
                <c:pt idx="339">
                  <c:v>198546</c:v>
                </c:pt>
                <c:pt idx="340">
                  <c:v>196124</c:v>
                </c:pt>
                <c:pt idx="341">
                  <c:v>207507</c:v>
                </c:pt>
                <c:pt idx="342">
                  <c:v>224727</c:v>
                </c:pt>
                <c:pt idx="343">
                  <c:v>229890</c:v>
                </c:pt>
                <c:pt idx="344">
                  <c:v>225865</c:v>
                </c:pt>
                <c:pt idx="345">
                  <c:v>234246</c:v>
                </c:pt>
                <c:pt idx="346">
                  <c:v>246828</c:v>
                </c:pt>
                <c:pt idx="347">
                  <c:v>259064</c:v>
                </c:pt>
                <c:pt idx="348">
                  <c:v>251906</c:v>
                </c:pt>
                <c:pt idx="349">
                  <c:v>267872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[1.1、日度跟踪666.xlsx]Sheet1!$M$2</c:f>
              <c:strCache>
                <c:ptCount val="1"/>
                <c:pt idx="0">
                  <c:v>2021年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[1.1、日度跟踪666.xlsx]Sheet1!$K$3:$K$352</c:f>
              <c:strCache>
                <c:ptCount val="350"/>
                <c:pt idx="0">
                  <c:v>1-1</c:v>
                </c:pt>
                <c:pt idx="1">
                  <c:v>1-2</c:v>
                </c:pt>
                <c:pt idx="2">
                  <c:v>1-3</c:v>
                </c:pt>
                <c:pt idx="3">
                  <c:v>1-4</c:v>
                </c:pt>
                <c:pt idx="4">
                  <c:v>1-5</c:v>
                </c:pt>
                <c:pt idx="5">
                  <c:v>1-6</c:v>
                </c:pt>
                <c:pt idx="6">
                  <c:v>1-7</c:v>
                </c:pt>
                <c:pt idx="7">
                  <c:v>1-8</c:v>
                </c:pt>
                <c:pt idx="8">
                  <c:v>1-9</c:v>
                </c:pt>
                <c:pt idx="9">
                  <c:v>1-10</c:v>
                </c:pt>
                <c:pt idx="10">
                  <c:v>1-11</c:v>
                </c:pt>
                <c:pt idx="11">
                  <c:v>1-12</c:v>
                </c:pt>
                <c:pt idx="12">
                  <c:v>1-13</c:v>
                </c:pt>
                <c:pt idx="13">
                  <c:v>1-14</c:v>
                </c:pt>
                <c:pt idx="14">
                  <c:v>1-15</c:v>
                </c:pt>
                <c:pt idx="15">
                  <c:v>1-16</c:v>
                </c:pt>
                <c:pt idx="16">
                  <c:v>1-17</c:v>
                </c:pt>
                <c:pt idx="17">
                  <c:v>1-18</c:v>
                </c:pt>
                <c:pt idx="18">
                  <c:v>1-19</c:v>
                </c:pt>
                <c:pt idx="19">
                  <c:v>1-20</c:v>
                </c:pt>
                <c:pt idx="20">
                  <c:v>1-21</c:v>
                </c:pt>
                <c:pt idx="21">
                  <c:v>1-22</c:v>
                </c:pt>
                <c:pt idx="22">
                  <c:v>1-23</c:v>
                </c:pt>
                <c:pt idx="23">
                  <c:v>1-24</c:v>
                </c:pt>
                <c:pt idx="24">
                  <c:v>1-25</c:v>
                </c:pt>
                <c:pt idx="25">
                  <c:v>1-26</c:v>
                </c:pt>
                <c:pt idx="26">
                  <c:v>1-27</c:v>
                </c:pt>
                <c:pt idx="27">
                  <c:v>1-28</c:v>
                </c:pt>
                <c:pt idx="28">
                  <c:v>1-29</c:v>
                </c:pt>
                <c:pt idx="29">
                  <c:v>2-1</c:v>
                </c:pt>
                <c:pt idx="30">
                  <c:v>2-2</c:v>
                </c:pt>
                <c:pt idx="31">
                  <c:v>2-3</c:v>
                </c:pt>
                <c:pt idx="32">
                  <c:v>2-4</c:v>
                </c:pt>
                <c:pt idx="33">
                  <c:v>2-5</c:v>
                </c:pt>
                <c:pt idx="34">
                  <c:v>2-6</c:v>
                </c:pt>
                <c:pt idx="35">
                  <c:v>2-7</c:v>
                </c:pt>
                <c:pt idx="36">
                  <c:v>2-8</c:v>
                </c:pt>
                <c:pt idx="37">
                  <c:v>2-9</c:v>
                </c:pt>
                <c:pt idx="38">
                  <c:v>2-10</c:v>
                </c:pt>
                <c:pt idx="39">
                  <c:v>2-11</c:v>
                </c:pt>
                <c:pt idx="40">
                  <c:v>2-12</c:v>
                </c:pt>
                <c:pt idx="41">
                  <c:v>2-13</c:v>
                </c:pt>
                <c:pt idx="42">
                  <c:v>2-14</c:v>
                </c:pt>
                <c:pt idx="43">
                  <c:v>2-15</c:v>
                </c:pt>
                <c:pt idx="44">
                  <c:v>2-16</c:v>
                </c:pt>
                <c:pt idx="45">
                  <c:v>2-17</c:v>
                </c:pt>
                <c:pt idx="46">
                  <c:v>2-18</c:v>
                </c:pt>
                <c:pt idx="47">
                  <c:v>2-19</c:v>
                </c:pt>
                <c:pt idx="48">
                  <c:v>2-20</c:v>
                </c:pt>
                <c:pt idx="49">
                  <c:v>2-21</c:v>
                </c:pt>
                <c:pt idx="50">
                  <c:v>2-22</c:v>
                </c:pt>
                <c:pt idx="51">
                  <c:v>2-23</c:v>
                </c:pt>
                <c:pt idx="52">
                  <c:v>2-24</c:v>
                </c:pt>
                <c:pt idx="53">
                  <c:v>2-25</c:v>
                </c:pt>
                <c:pt idx="54">
                  <c:v>2-26</c:v>
                </c:pt>
                <c:pt idx="55">
                  <c:v>2-27</c:v>
                </c:pt>
                <c:pt idx="56">
                  <c:v>2-28</c:v>
                </c:pt>
                <c:pt idx="57">
                  <c:v>2-29</c:v>
                </c:pt>
                <c:pt idx="58">
                  <c:v>2-30</c:v>
                </c:pt>
                <c:pt idx="59">
                  <c:v>3-1</c:v>
                </c:pt>
                <c:pt idx="60">
                  <c:v>3-2</c:v>
                </c:pt>
                <c:pt idx="61">
                  <c:v>3-3</c:v>
                </c:pt>
                <c:pt idx="62">
                  <c:v>3-4</c:v>
                </c:pt>
                <c:pt idx="63">
                  <c:v>3-5</c:v>
                </c:pt>
                <c:pt idx="64">
                  <c:v>3-6</c:v>
                </c:pt>
                <c:pt idx="65">
                  <c:v>3-7</c:v>
                </c:pt>
                <c:pt idx="66">
                  <c:v>3-8</c:v>
                </c:pt>
                <c:pt idx="67">
                  <c:v>3-9</c:v>
                </c:pt>
                <c:pt idx="68">
                  <c:v>3-10</c:v>
                </c:pt>
                <c:pt idx="69">
                  <c:v>3-11</c:v>
                </c:pt>
                <c:pt idx="70">
                  <c:v>3-12</c:v>
                </c:pt>
                <c:pt idx="71">
                  <c:v>3-13</c:v>
                </c:pt>
                <c:pt idx="72">
                  <c:v>3-14</c:v>
                </c:pt>
                <c:pt idx="73">
                  <c:v>3-15</c:v>
                </c:pt>
                <c:pt idx="74">
                  <c:v>3-16</c:v>
                </c:pt>
                <c:pt idx="75">
                  <c:v>3-17</c:v>
                </c:pt>
                <c:pt idx="76">
                  <c:v>3-18</c:v>
                </c:pt>
                <c:pt idx="77">
                  <c:v>3-19</c:v>
                </c:pt>
                <c:pt idx="78">
                  <c:v>3-20</c:v>
                </c:pt>
                <c:pt idx="79">
                  <c:v>3-21</c:v>
                </c:pt>
                <c:pt idx="80">
                  <c:v>3-22</c:v>
                </c:pt>
                <c:pt idx="81">
                  <c:v>3-23</c:v>
                </c:pt>
                <c:pt idx="82">
                  <c:v>3-24</c:v>
                </c:pt>
                <c:pt idx="83">
                  <c:v>3-25</c:v>
                </c:pt>
                <c:pt idx="84">
                  <c:v>3-26</c:v>
                </c:pt>
                <c:pt idx="85">
                  <c:v>3-27</c:v>
                </c:pt>
                <c:pt idx="86">
                  <c:v>3-28</c:v>
                </c:pt>
                <c:pt idx="87">
                  <c:v>3-29</c:v>
                </c:pt>
                <c:pt idx="88">
                  <c:v>4-1</c:v>
                </c:pt>
                <c:pt idx="89">
                  <c:v>4-2</c:v>
                </c:pt>
                <c:pt idx="90">
                  <c:v>4-3</c:v>
                </c:pt>
                <c:pt idx="91">
                  <c:v>4-4</c:v>
                </c:pt>
                <c:pt idx="92">
                  <c:v>4-5</c:v>
                </c:pt>
                <c:pt idx="93">
                  <c:v>4-6</c:v>
                </c:pt>
                <c:pt idx="94">
                  <c:v>4-7</c:v>
                </c:pt>
                <c:pt idx="95">
                  <c:v>4-8</c:v>
                </c:pt>
                <c:pt idx="96">
                  <c:v>4-9</c:v>
                </c:pt>
                <c:pt idx="97">
                  <c:v>4-10</c:v>
                </c:pt>
                <c:pt idx="98">
                  <c:v>4-11</c:v>
                </c:pt>
                <c:pt idx="99">
                  <c:v>4-12</c:v>
                </c:pt>
                <c:pt idx="100">
                  <c:v>4-13</c:v>
                </c:pt>
                <c:pt idx="101">
                  <c:v>4-14</c:v>
                </c:pt>
                <c:pt idx="102">
                  <c:v>4-15</c:v>
                </c:pt>
                <c:pt idx="103">
                  <c:v>4-16</c:v>
                </c:pt>
                <c:pt idx="104">
                  <c:v>4-17</c:v>
                </c:pt>
                <c:pt idx="105">
                  <c:v>4-18</c:v>
                </c:pt>
                <c:pt idx="106">
                  <c:v>4-19</c:v>
                </c:pt>
                <c:pt idx="107">
                  <c:v>4-20</c:v>
                </c:pt>
                <c:pt idx="108">
                  <c:v>4-21</c:v>
                </c:pt>
                <c:pt idx="109">
                  <c:v>4-22</c:v>
                </c:pt>
                <c:pt idx="110">
                  <c:v>4-23</c:v>
                </c:pt>
                <c:pt idx="111">
                  <c:v>4-24</c:v>
                </c:pt>
                <c:pt idx="112">
                  <c:v>4-25</c:v>
                </c:pt>
                <c:pt idx="113">
                  <c:v>4-26</c:v>
                </c:pt>
                <c:pt idx="114">
                  <c:v>4-27</c:v>
                </c:pt>
                <c:pt idx="115">
                  <c:v>4-28</c:v>
                </c:pt>
                <c:pt idx="116">
                  <c:v>4-29</c:v>
                </c:pt>
                <c:pt idx="117">
                  <c:v>5-1</c:v>
                </c:pt>
                <c:pt idx="118">
                  <c:v>5-2</c:v>
                </c:pt>
                <c:pt idx="119">
                  <c:v>5-3</c:v>
                </c:pt>
                <c:pt idx="120">
                  <c:v>5-4</c:v>
                </c:pt>
                <c:pt idx="121">
                  <c:v>5-5</c:v>
                </c:pt>
                <c:pt idx="122">
                  <c:v>5-6</c:v>
                </c:pt>
                <c:pt idx="123">
                  <c:v>5-7</c:v>
                </c:pt>
                <c:pt idx="124">
                  <c:v>5-8</c:v>
                </c:pt>
                <c:pt idx="125">
                  <c:v>5-9</c:v>
                </c:pt>
                <c:pt idx="126">
                  <c:v>5-10</c:v>
                </c:pt>
                <c:pt idx="127">
                  <c:v>5-11</c:v>
                </c:pt>
                <c:pt idx="128">
                  <c:v>5-12</c:v>
                </c:pt>
                <c:pt idx="129">
                  <c:v>5-13</c:v>
                </c:pt>
                <c:pt idx="130">
                  <c:v>5-14</c:v>
                </c:pt>
                <c:pt idx="131">
                  <c:v>5-15</c:v>
                </c:pt>
                <c:pt idx="132">
                  <c:v>5-16</c:v>
                </c:pt>
                <c:pt idx="133">
                  <c:v>5-17</c:v>
                </c:pt>
                <c:pt idx="134">
                  <c:v>5-18</c:v>
                </c:pt>
                <c:pt idx="135">
                  <c:v>5-19</c:v>
                </c:pt>
                <c:pt idx="136">
                  <c:v>5-20</c:v>
                </c:pt>
                <c:pt idx="137">
                  <c:v>5-21</c:v>
                </c:pt>
                <c:pt idx="138">
                  <c:v>5-22</c:v>
                </c:pt>
                <c:pt idx="139">
                  <c:v>5-23</c:v>
                </c:pt>
                <c:pt idx="140">
                  <c:v>5-24</c:v>
                </c:pt>
                <c:pt idx="141">
                  <c:v>5-25</c:v>
                </c:pt>
                <c:pt idx="142">
                  <c:v>5-26</c:v>
                </c:pt>
                <c:pt idx="143">
                  <c:v>5-27</c:v>
                </c:pt>
                <c:pt idx="144">
                  <c:v>5-28</c:v>
                </c:pt>
                <c:pt idx="145">
                  <c:v>5-29</c:v>
                </c:pt>
                <c:pt idx="146">
                  <c:v>5-30</c:v>
                </c:pt>
                <c:pt idx="147">
                  <c:v>6-1</c:v>
                </c:pt>
                <c:pt idx="148">
                  <c:v>6-2</c:v>
                </c:pt>
                <c:pt idx="149">
                  <c:v>6-3</c:v>
                </c:pt>
                <c:pt idx="150">
                  <c:v>6-4</c:v>
                </c:pt>
                <c:pt idx="151">
                  <c:v>6-5</c:v>
                </c:pt>
                <c:pt idx="152">
                  <c:v>6-6</c:v>
                </c:pt>
                <c:pt idx="153">
                  <c:v>6-7</c:v>
                </c:pt>
                <c:pt idx="154">
                  <c:v>6-8</c:v>
                </c:pt>
                <c:pt idx="155">
                  <c:v>6-9</c:v>
                </c:pt>
                <c:pt idx="156">
                  <c:v>6-10</c:v>
                </c:pt>
                <c:pt idx="157">
                  <c:v>6-11</c:v>
                </c:pt>
                <c:pt idx="158">
                  <c:v>6-12</c:v>
                </c:pt>
                <c:pt idx="159">
                  <c:v>6-13</c:v>
                </c:pt>
                <c:pt idx="160">
                  <c:v>6-14</c:v>
                </c:pt>
                <c:pt idx="161">
                  <c:v>6-15</c:v>
                </c:pt>
                <c:pt idx="162">
                  <c:v>6-16</c:v>
                </c:pt>
                <c:pt idx="163">
                  <c:v>6-17</c:v>
                </c:pt>
                <c:pt idx="164">
                  <c:v>6-18</c:v>
                </c:pt>
                <c:pt idx="165">
                  <c:v>6-19</c:v>
                </c:pt>
                <c:pt idx="166">
                  <c:v>6-20</c:v>
                </c:pt>
                <c:pt idx="167">
                  <c:v>6-21</c:v>
                </c:pt>
                <c:pt idx="168">
                  <c:v>6-22</c:v>
                </c:pt>
                <c:pt idx="169">
                  <c:v>6-23</c:v>
                </c:pt>
                <c:pt idx="170">
                  <c:v>6-24</c:v>
                </c:pt>
                <c:pt idx="171">
                  <c:v>6-25</c:v>
                </c:pt>
                <c:pt idx="172">
                  <c:v>6-26</c:v>
                </c:pt>
                <c:pt idx="173">
                  <c:v>6-27</c:v>
                </c:pt>
                <c:pt idx="174">
                  <c:v>6-28</c:v>
                </c:pt>
                <c:pt idx="175">
                  <c:v>6-29</c:v>
                </c:pt>
                <c:pt idx="176">
                  <c:v>7-1</c:v>
                </c:pt>
                <c:pt idx="177">
                  <c:v>7-2</c:v>
                </c:pt>
                <c:pt idx="178">
                  <c:v>7-3</c:v>
                </c:pt>
                <c:pt idx="179">
                  <c:v>7-4</c:v>
                </c:pt>
                <c:pt idx="180">
                  <c:v>7-5</c:v>
                </c:pt>
                <c:pt idx="181">
                  <c:v>7-6</c:v>
                </c:pt>
                <c:pt idx="182">
                  <c:v>7-7</c:v>
                </c:pt>
                <c:pt idx="183">
                  <c:v>7-8</c:v>
                </c:pt>
                <c:pt idx="184">
                  <c:v>7-9</c:v>
                </c:pt>
                <c:pt idx="185">
                  <c:v>7-10</c:v>
                </c:pt>
                <c:pt idx="186">
                  <c:v>7-11</c:v>
                </c:pt>
                <c:pt idx="187">
                  <c:v>7-12</c:v>
                </c:pt>
                <c:pt idx="188">
                  <c:v>7-13</c:v>
                </c:pt>
                <c:pt idx="189">
                  <c:v>7-14</c:v>
                </c:pt>
                <c:pt idx="190">
                  <c:v>7-15</c:v>
                </c:pt>
                <c:pt idx="191">
                  <c:v>7-16</c:v>
                </c:pt>
                <c:pt idx="192">
                  <c:v>7-17</c:v>
                </c:pt>
                <c:pt idx="193">
                  <c:v>7-18</c:v>
                </c:pt>
                <c:pt idx="194">
                  <c:v>7-19</c:v>
                </c:pt>
                <c:pt idx="195">
                  <c:v>7-20</c:v>
                </c:pt>
                <c:pt idx="196">
                  <c:v>7-21</c:v>
                </c:pt>
                <c:pt idx="197">
                  <c:v>7-22</c:v>
                </c:pt>
                <c:pt idx="198">
                  <c:v>7-23</c:v>
                </c:pt>
                <c:pt idx="199">
                  <c:v>7-24</c:v>
                </c:pt>
                <c:pt idx="200">
                  <c:v>7-25</c:v>
                </c:pt>
                <c:pt idx="201">
                  <c:v>7-26</c:v>
                </c:pt>
                <c:pt idx="202">
                  <c:v>7-27</c:v>
                </c:pt>
                <c:pt idx="203">
                  <c:v>7-28</c:v>
                </c:pt>
                <c:pt idx="204">
                  <c:v>7-29</c:v>
                </c:pt>
                <c:pt idx="205">
                  <c:v>7-30</c:v>
                </c:pt>
                <c:pt idx="206">
                  <c:v>8-1</c:v>
                </c:pt>
                <c:pt idx="207">
                  <c:v>8-2</c:v>
                </c:pt>
                <c:pt idx="208">
                  <c:v>8-3</c:v>
                </c:pt>
                <c:pt idx="209">
                  <c:v>8-4</c:v>
                </c:pt>
                <c:pt idx="210">
                  <c:v>8-5</c:v>
                </c:pt>
                <c:pt idx="211">
                  <c:v>8-6</c:v>
                </c:pt>
                <c:pt idx="212">
                  <c:v>8-7</c:v>
                </c:pt>
                <c:pt idx="213">
                  <c:v>8-8</c:v>
                </c:pt>
                <c:pt idx="214">
                  <c:v>8-9</c:v>
                </c:pt>
                <c:pt idx="215">
                  <c:v>8-10</c:v>
                </c:pt>
                <c:pt idx="216">
                  <c:v>8-11</c:v>
                </c:pt>
                <c:pt idx="217">
                  <c:v>8-12</c:v>
                </c:pt>
                <c:pt idx="218">
                  <c:v>8-13</c:v>
                </c:pt>
                <c:pt idx="219">
                  <c:v>8-14</c:v>
                </c:pt>
                <c:pt idx="220">
                  <c:v>8-15</c:v>
                </c:pt>
                <c:pt idx="221">
                  <c:v>8-16</c:v>
                </c:pt>
                <c:pt idx="222">
                  <c:v>8-17</c:v>
                </c:pt>
                <c:pt idx="223">
                  <c:v>8-18</c:v>
                </c:pt>
                <c:pt idx="224">
                  <c:v>8-19</c:v>
                </c:pt>
                <c:pt idx="225">
                  <c:v>8-20</c:v>
                </c:pt>
                <c:pt idx="226">
                  <c:v>8-21</c:v>
                </c:pt>
                <c:pt idx="227">
                  <c:v>8-22</c:v>
                </c:pt>
                <c:pt idx="228">
                  <c:v>8-23</c:v>
                </c:pt>
                <c:pt idx="229">
                  <c:v>8-24</c:v>
                </c:pt>
                <c:pt idx="230">
                  <c:v>8-25</c:v>
                </c:pt>
                <c:pt idx="231">
                  <c:v>8-26</c:v>
                </c:pt>
                <c:pt idx="232">
                  <c:v>8-27</c:v>
                </c:pt>
                <c:pt idx="233">
                  <c:v>8-28</c:v>
                </c:pt>
                <c:pt idx="234">
                  <c:v>8-29</c:v>
                </c:pt>
                <c:pt idx="235">
                  <c:v>8-30</c:v>
                </c:pt>
                <c:pt idx="236">
                  <c:v>9-1</c:v>
                </c:pt>
                <c:pt idx="237">
                  <c:v>9-2</c:v>
                </c:pt>
                <c:pt idx="238">
                  <c:v>9-3</c:v>
                </c:pt>
                <c:pt idx="239">
                  <c:v>9-4</c:v>
                </c:pt>
                <c:pt idx="240">
                  <c:v>9-5</c:v>
                </c:pt>
                <c:pt idx="241">
                  <c:v>9-6</c:v>
                </c:pt>
                <c:pt idx="242">
                  <c:v>9-7</c:v>
                </c:pt>
                <c:pt idx="243">
                  <c:v>9-8</c:v>
                </c:pt>
                <c:pt idx="244">
                  <c:v>9-9</c:v>
                </c:pt>
                <c:pt idx="245">
                  <c:v>9-10</c:v>
                </c:pt>
                <c:pt idx="246">
                  <c:v>9-11</c:v>
                </c:pt>
                <c:pt idx="247">
                  <c:v>9-12</c:v>
                </c:pt>
                <c:pt idx="248">
                  <c:v>9-13</c:v>
                </c:pt>
                <c:pt idx="249">
                  <c:v>9-14</c:v>
                </c:pt>
                <c:pt idx="250">
                  <c:v>9-15</c:v>
                </c:pt>
                <c:pt idx="251">
                  <c:v>9-16</c:v>
                </c:pt>
                <c:pt idx="252">
                  <c:v>9-17</c:v>
                </c:pt>
                <c:pt idx="253">
                  <c:v>9-18</c:v>
                </c:pt>
                <c:pt idx="254">
                  <c:v>9-19</c:v>
                </c:pt>
                <c:pt idx="255">
                  <c:v>9-20</c:v>
                </c:pt>
                <c:pt idx="256">
                  <c:v>9-21</c:v>
                </c:pt>
                <c:pt idx="257">
                  <c:v>9-22</c:v>
                </c:pt>
                <c:pt idx="258">
                  <c:v>9-23</c:v>
                </c:pt>
                <c:pt idx="259">
                  <c:v>9-24</c:v>
                </c:pt>
                <c:pt idx="260">
                  <c:v>9-25</c:v>
                </c:pt>
                <c:pt idx="261">
                  <c:v>9-26</c:v>
                </c:pt>
                <c:pt idx="262">
                  <c:v>9-27</c:v>
                </c:pt>
                <c:pt idx="263">
                  <c:v>9-28</c:v>
                </c:pt>
                <c:pt idx="264">
                  <c:v>9-29</c:v>
                </c:pt>
                <c:pt idx="265">
                  <c:v>10-1</c:v>
                </c:pt>
                <c:pt idx="266">
                  <c:v>10-2</c:v>
                </c:pt>
                <c:pt idx="267">
                  <c:v>10-3</c:v>
                </c:pt>
                <c:pt idx="268">
                  <c:v>10-4</c:v>
                </c:pt>
                <c:pt idx="269">
                  <c:v>10-5</c:v>
                </c:pt>
                <c:pt idx="270">
                  <c:v>10-6</c:v>
                </c:pt>
                <c:pt idx="271">
                  <c:v>10-7</c:v>
                </c:pt>
                <c:pt idx="272">
                  <c:v>10-8</c:v>
                </c:pt>
                <c:pt idx="273">
                  <c:v>10-9</c:v>
                </c:pt>
                <c:pt idx="274">
                  <c:v>10-10</c:v>
                </c:pt>
                <c:pt idx="275">
                  <c:v>10-11</c:v>
                </c:pt>
                <c:pt idx="276">
                  <c:v>10-12</c:v>
                </c:pt>
                <c:pt idx="277">
                  <c:v>10-13</c:v>
                </c:pt>
                <c:pt idx="278">
                  <c:v>10-14</c:v>
                </c:pt>
                <c:pt idx="279">
                  <c:v>10-15</c:v>
                </c:pt>
                <c:pt idx="280">
                  <c:v>10-16</c:v>
                </c:pt>
                <c:pt idx="281">
                  <c:v>10-17</c:v>
                </c:pt>
                <c:pt idx="282">
                  <c:v>10-18</c:v>
                </c:pt>
                <c:pt idx="283">
                  <c:v>10-19</c:v>
                </c:pt>
                <c:pt idx="284">
                  <c:v>10-20</c:v>
                </c:pt>
                <c:pt idx="285">
                  <c:v>10-21</c:v>
                </c:pt>
                <c:pt idx="286">
                  <c:v>10-22</c:v>
                </c:pt>
                <c:pt idx="287">
                  <c:v>10-23</c:v>
                </c:pt>
                <c:pt idx="288">
                  <c:v>10-24</c:v>
                </c:pt>
                <c:pt idx="289">
                  <c:v>10-25</c:v>
                </c:pt>
                <c:pt idx="290">
                  <c:v>10-26</c:v>
                </c:pt>
                <c:pt idx="291">
                  <c:v>10-27</c:v>
                </c:pt>
                <c:pt idx="292">
                  <c:v>10-28</c:v>
                </c:pt>
                <c:pt idx="293">
                  <c:v>10-29</c:v>
                </c:pt>
                <c:pt idx="294">
                  <c:v>10-30</c:v>
                </c:pt>
                <c:pt idx="295">
                  <c:v>11-1</c:v>
                </c:pt>
                <c:pt idx="296">
                  <c:v>11-2</c:v>
                </c:pt>
                <c:pt idx="297">
                  <c:v>11-3</c:v>
                </c:pt>
                <c:pt idx="298">
                  <c:v>11-4</c:v>
                </c:pt>
                <c:pt idx="299">
                  <c:v>11-5</c:v>
                </c:pt>
                <c:pt idx="300">
                  <c:v>11-6</c:v>
                </c:pt>
                <c:pt idx="301">
                  <c:v>11-7</c:v>
                </c:pt>
                <c:pt idx="302">
                  <c:v>11-8</c:v>
                </c:pt>
                <c:pt idx="303">
                  <c:v>11-9</c:v>
                </c:pt>
                <c:pt idx="304">
                  <c:v>11-10</c:v>
                </c:pt>
                <c:pt idx="305">
                  <c:v>11-11</c:v>
                </c:pt>
                <c:pt idx="306">
                  <c:v>11-12</c:v>
                </c:pt>
                <c:pt idx="307">
                  <c:v>11-13</c:v>
                </c:pt>
                <c:pt idx="308">
                  <c:v>11-14</c:v>
                </c:pt>
                <c:pt idx="309">
                  <c:v>11-15</c:v>
                </c:pt>
                <c:pt idx="310">
                  <c:v>11-16</c:v>
                </c:pt>
                <c:pt idx="311">
                  <c:v>11-17</c:v>
                </c:pt>
                <c:pt idx="312">
                  <c:v>11-18</c:v>
                </c:pt>
                <c:pt idx="313">
                  <c:v>11-19</c:v>
                </c:pt>
                <c:pt idx="314">
                  <c:v>11-20</c:v>
                </c:pt>
                <c:pt idx="315">
                  <c:v>11-21</c:v>
                </c:pt>
                <c:pt idx="316">
                  <c:v>11-22</c:v>
                </c:pt>
                <c:pt idx="317">
                  <c:v>11-23</c:v>
                </c:pt>
                <c:pt idx="318">
                  <c:v>11-24</c:v>
                </c:pt>
                <c:pt idx="319">
                  <c:v>11-25</c:v>
                </c:pt>
                <c:pt idx="320">
                  <c:v>11-26</c:v>
                </c:pt>
                <c:pt idx="321">
                  <c:v>11-27</c:v>
                </c:pt>
                <c:pt idx="322">
                  <c:v>11-28</c:v>
                </c:pt>
                <c:pt idx="323">
                  <c:v>11-29</c:v>
                </c:pt>
                <c:pt idx="324">
                  <c:v>11-30</c:v>
                </c:pt>
                <c:pt idx="325">
                  <c:v>12-1</c:v>
                </c:pt>
                <c:pt idx="326">
                  <c:v>12-2</c:v>
                </c:pt>
                <c:pt idx="327">
                  <c:v>12-3</c:v>
                </c:pt>
                <c:pt idx="328">
                  <c:v>12-4</c:v>
                </c:pt>
                <c:pt idx="329">
                  <c:v>12-5</c:v>
                </c:pt>
                <c:pt idx="330">
                  <c:v>12-6</c:v>
                </c:pt>
                <c:pt idx="331">
                  <c:v>12-7</c:v>
                </c:pt>
                <c:pt idx="332">
                  <c:v>12-8</c:v>
                </c:pt>
                <c:pt idx="333">
                  <c:v>12-9</c:v>
                </c:pt>
                <c:pt idx="334">
                  <c:v>12-10</c:v>
                </c:pt>
                <c:pt idx="335">
                  <c:v>12-11</c:v>
                </c:pt>
                <c:pt idx="336">
                  <c:v>12-12</c:v>
                </c:pt>
                <c:pt idx="337">
                  <c:v>12-13</c:v>
                </c:pt>
                <c:pt idx="338">
                  <c:v>12-14</c:v>
                </c:pt>
                <c:pt idx="339">
                  <c:v>12-15</c:v>
                </c:pt>
                <c:pt idx="340">
                  <c:v>12-16</c:v>
                </c:pt>
                <c:pt idx="341">
                  <c:v>12-17</c:v>
                </c:pt>
                <c:pt idx="342">
                  <c:v>12-18</c:v>
                </c:pt>
                <c:pt idx="343">
                  <c:v>12-19</c:v>
                </c:pt>
                <c:pt idx="344">
                  <c:v>12-20</c:v>
                </c:pt>
                <c:pt idx="345">
                  <c:v>12-21</c:v>
                </c:pt>
                <c:pt idx="346">
                  <c:v>12-22</c:v>
                </c:pt>
                <c:pt idx="347">
                  <c:v>12-23</c:v>
                </c:pt>
                <c:pt idx="348">
                  <c:v>12-24</c:v>
                </c:pt>
                <c:pt idx="349">
                  <c:v>12-25</c:v>
                </c:pt>
              </c:strCache>
            </c:strRef>
          </c:cat>
          <c:val>
            <c:numRef>
              <c:f>[1.1、日度跟踪666.xlsx]Sheet1!$M$3:$M$352</c:f>
              <c:numCache>
                <c:formatCode>General</c:formatCode>
                <c:ptCount val="350"/>
                <c:pt idx="8">
                  <c:v>82284</c:v>
                </c:pt>
                <c:pt idx="9">
                  <c:v>82084</c:v>
                </c:pt>
                <c:pt idx="10">
                  <c:v>81079</c:v>
                </c:pt>
                <c:pt idx="11">
                  <c:v>79436</c:v>
                </c:pt>
                <c:pt idx="12">
                  <c:v>80342</c:v>
                </c:pt>
                <c:pt idx="13">
                  <c:v>82416</c:v>
                </c:pt>
                <c:pt idx="14">
                  <c:v>82616</c:v>
                </c:pt>
                <c:pt idx="15">
                  <c:v>82336</c:v>
                </c:pt>
                <c:pt idx="16">
                  <c:v>83792</c:v>
                </c:pt>
                <c:pt idx="17">
                  <c:v>82932</c:v>
                </c:pt>
                <c:pt idx="18">
                  <c:v>81981</c:v>
                </c:pt>
                <c:pt idx="19">
                  <c:v>77234</c:v>
                </c:pt>
                <c:pt idx="20">
                  <c:v>78006</c:v>
                </c:pt>
                <c:pt idx="21">
                  <c:v>78379</c:v>
                </c:pt>
                <c:pt idx="22">
                  <c:v>77520</c:v>
                </c:pt>
                <c:pt idx="23">
                  <c:v>76505</c:v>
                </c:pt>
                <c:pt idx="24">
                  <c:v>75559</c:v>
                </c:pt>
                <c:pt idx="25">
                  <c:v>75515</c:v>
                </c:pt>
                <c:pt idx="26">
                  <c:v>78366</c:v>
                </c:pt>
                <c:pt idx="27">
                  <c:v>78329</c:v>
                </c:pt>
                <c:pt idx="28">
                  <c:v>77870</c:v>
                </c:pt>
                <c:pt idx="29">
                  <c:v>78350</c:v>
                </c:pt>
                <c:pt idx="30">
                  <c:v>78679</c:v>
                </c:pt>
                <c:pt idx="31">
                  <c:v>79207</c:v>
                </c:pt>
                <c:pt idx="32">
                  <c:v>79726</c:v>
                </c:pt>
                <c:pt idx="33">
                  <c:v>79137</c:v>
                </c:pt>
                <c:pt idx="34">
                  <c:v>79119</c:v>
                </c:pt>
                <c:pt idx="35">
                  <c:v>79160</c:v>
                </c:pt>
                <c:pt idx="36">
                  <c:v>80388</c:v>
                </c:pt>
                <c:pt idx="37">
                  <c:v>81488</c:v>
                </c:pt>
                <c:pt idx="38">
                  <c:v>80816</c:v>
                </c:pt>
                <c:pt idx="39">
                  <c:v>82307</c:v>
                </c:pt>
                <c:pt idx="40">
                  <c:v>83054</c:v>
                </c:pt>
                <c:pt idx="41">
                  <c:v>84140</c:v>
                </c:pt>
                <c:pt idx="42">
                  <c:v>83895</c:v>
                </c:pt>
                <c:pt idx="43">
                  <c:v>85528</c:v>
                </c:pt>
                <c:pt idx="44">
                  <c:v>84609</c:v>
                </c:pt>
                <c:pt idx="45">
                  <c:v>84899</c:v>
                </c:pt>
                <c:pt idx="46">
                  <c:v>85743</c:v>
                </c:pt>
                <c:pt idx="47">
                  <c:v>85848</c:v>
                </c:pt>
                <c:pt idx="48">
                  <c:v>85896</c:v>
                </c:pt>
                <c:pt idx="49">
                  <c:v>87424</c:v>
                </c:pt>
                <c:pt idx="50">
                  <c:v>94153</c:v>
                </c:pt>
                <c:pt idx="51">
                  <c:v>93350</c:v>
                </c:pt>
                <c:pt idx="52">
                  <c:v>89639</c:v>
                </c:pt>
                <c:pt idx="53">
                  <c:v>89330</c:v>
                </c:pt>
                <c:pt idx="54">
                  <c:v>89440</c:v>
                </c:pt>
                <c:pt idx="55">
                  <c:v>88705</c:v>
                </c:pt>
                <c:pt idx="56">
                  <c:v>88650</c:v>
                </c:pt>
                <c:pt idx="57">
                  <c:v>92643</c:v>
                </c:pt>
                <c:pt idx="58">
                  <c:v>91336</c:v>
                </c:pt>
                <c:pt idx="59">
                  <c:v>90992</c:v>
                </c:pt>
                <c:pt idx="60">
                  <c:v>92194</c:v>
                </c:pt>
                <c:pt idx="61">
                  <c:v>90344</c:v>
                </c:pt>
                <c:pt idx="62">
                  <c:v>89979</c:v>
                </c:pt>
                <c:pt idx="63">
                  <c:v>90732</c:v>
                </c:pt>
                <c:pt idx="64">
                  <c:v>92861</c:v>
                </c:pt>
                <c:pt idx="65">
                  <c:v>93167</c:v>
                </c:pt>
                <c:pt idx="66">
                  <c:v>92051</c:v>
                </c:pt>
                <c:pt idx="67">
                  <c:v>92850</c:v>
                </c:pt>
                <c:pt idx="68">
                  <c:v>92014</c:v>
                </c:pt>
                <c:pt idx="69">
                  <c:v>91709</c:v>
                </c:pt>
                <c:pt idx="70">
                  <c:v>91280</c:v>
                </c:pt>
                <c:pt idx="71">
                  <c:v>91547</c:v>
                </c:pt>
                <c:pt idx="72">
                  <c:v>91975</c:v>
                </c:pt>
                <c:pt idx="73">
                  <c:v>91082</c:v>
                </c:pt>
                <c:pt idx="74">
                  <c:v>92302</c:v>
                </c:pt>
                <c:pt idx="75">
                  <c:v>92918</c:v>
                </c:pt>
                <c:pt idx="76">
                  <c:v>96314</c:v>
                </c:pt>
                <c:pt idx="77">
                  <c:v>103973</c:v>
                </c:pt>
                <c:pt idx="78">
                  <c:v>106195</c:v>
                </c:pt>
                <c:pt idx="79">
                  <c:v>98239</c:v>
                </c:pt>
                <c:pt idx="80">
                  <c:v>96501</c:v>
                </c:pt>
                <c:pt idx="81">
                  <c:v>96057</c:v>
                </c:pt>
                <c:pt idx="82">
                  <c:v>94906</c:v>
                </c:pt>
                <c:pt idx="83">
                  <c:v>93872</c:v>
                </c:pt>
                <c:pt idx="84">
                  <c:v>93983</c:v>
                </c:pt>
                <c:pt idx="85">
                  <c:v>95233</c:v>
                </c:pt>
                <c:pt idx="86">
                  <c:v>95649</c:v>
                </c:pt>
                <c:pt idx="87">
                  <c:v>95285</c:v>
                </c:pt>
                <c:pt idx="88">
                  <c:v>95735</c:v>
                </c:pt>
                <c:pt idx="89">
                  <c:v>96150</c:v>
                </c:pt>
                <c:pt idx="90">
                  <c:v>97091</c:v>
                </c:pt>
                <c:pt idx="91">
                  <c:v>99441</c:v>
                </c:pt>
                <c:pt idx="92">
                  <c:v>99736</c:v>
                </c:pt>
                <c:pt idx="93">
                  <c:v>100629</c:v>
                </c:pt>
                <c:pt idx="94">
                  <c:v>105848</c:v>
                </c:pt>
                <c:pt idx="95">
                  <c:v>109754</c:v>
                </c:pt>
                <c:pt idx="96">
                  <c:v>107919</c:v>
                </c:pt>
                <c:pt idx="97">
                  <c:v>107839</c:v>
                </c:pt>
                <c:pt idx="98">
                  <c:v>113236</c:v>
                </c:pt>
                <c:pt idx="99">
                  <c:v>114095</c:v>
                </c:pt>
                <c:pt idx="100">
                  <c:v>114848</c:v>
                </c:pt>
                <c:pt idx="101">
                  <c:v>114338</c:v>
                </c:pt>
                <c:pt idx="102">
                  <c:v>116492</c:v>
                </c:pt>
                <c:pt idx="103">
                  <c:v>117805</c:v>
                </c:pt>
                <c:pt idx="104">
                  <c:v>118098</c:v>
                </c:pt>
                <c:pt idx="105">
                  <c:v>121555</c:v>
                </c:pt>
                <c:pt idx="106">
                  <c:v>120568</c:v>
                </c:pt>
                <c:pt idx="107">
                  <c:v>120393</c:v>
                </c:pt>
                <c:pt idx="108">
                  <c:v>118912</c:v>
                </c:pt>
                <c:pt idx="109">
                  <c:v>118762</c:v>
                </c:pt>
                <c:pt idx="110">
                  <c:v>119239</c:v>
                </c:pt>
                <c:pt idx="111">
                  <c:v>119297</c:v>
                </c:pt>
                <c:pt idx="112">
                  <c:v>120235</c:v>
                </c:pt>
                <c:pt idx="113">
                  <c:v>120845</c:v>
                </c:pt>
                <c:pt idx="114">
                  <c:v>120870</c:v>
                </c:pt>
                <c:pt idx="115">
                  <c:v>122648</c:v>
                </c:pt>
                <c:pt idx="116">
                  <c:v>124408</c:v>
                </c:pt>
                <c:pt idx="117">
                  <c:v>128477</c:v>
                </c:pt>
                <c:pt idx="118">
                  <c:v>135646</c:v>
                </c:pt>
                <c:pt idx="119">
                  <c:v>155999</c:v>
                </c:pt>
                <c:pt idx="120">
                  <c:v>158728</c:v>
                </c:pt>
                <c:pt idx="121">
                  <c:v>145775</c:v>
                </c:pt>
                <c:pt idx="122">
                  <c:v>139740</c:v>
                </c:pt>
                <c:pt idx="123">
                  <c:v>134280</c:v>
                </c:pt>
                <c:pt idx="124">
                  <c:v>135642</c:v>
                </c:pt>
                <c:pt idx="125">
                  <c:v>134449</c:v>
                </c:pt>
                <c:pt idx="126">
                  <c:v>138564</c:v>
                </c:pt>
                <c:pt idx="127">
                  <c:v>142159</c:v>
                </c:pt>
                <c:pt idx="128">
                  <c:v>140928</c:v>
                </c:pt>
                <c:pt idx="129">
                  <c:v>141672</c:v>
                </c:pt>
                <c:pt idx="130">
                  <c:v>142180</c:v>
                </c:pt>
                <c:pt idx="131">
                  <c:v>140963</c:v>
                </c:pt>
                <c:pt idx="132">
                  <c:v>141751</c:v>
                </c:pt>
                <c:pt idx="133">
                  <c:v>143337</c:v>
                </c:pt>
                <c:pt idx="134">
                  <c:v>142411</c:v>
                </c:pt>
                <c:pt idx="135">
                  <c:v>141015</c:v>
                </c:pt>
                <c:pt idx="136">
                  <c:v>139863</c:v>
                </c:pt>
                <c:pt idx="137">
                  <c:v>138293</c:v>
                </c:pt>
                <c:pt idx="138">
                  <c:v>138875</c:v>
                </c:pt>
                <c:pt idx="139">
                  <c:v>140025</c:v>
                </c:pt>
                <c:pt idx="140">
                  <c:v>141614</c:v>
                </c:pt>
                <c:pt idx="141">
                  <c:v>142306</c:v>
                </c:pt>
                <c:pt idx="142">
                  <c:v>139150</c:v>
                </c:pt>
                <c:pt idx="143">
                  <c:v>137396</c:v>
                </c:pt>
                <c:pt idx="144">
                  <c:v>135725</c:v>
                </c:pt>
                <c:pt idx="145">
                  <c:v>134251</c:v>
                </c:pt>
                <c:pt idx="146">
                  <c:v>133960</c:v>
                </c:pt>
                <c:pt idx="147">
                  <c:v>136222</c:v>
                </c:pt>
                <c:pt idx="148">
                  <c:v>137516</c:v>
                </c:pt>
                <c:pt idx="149">
                  <c:v>137663</c:v>
                </c:pt>
                <c:pt idx="150">
                  <c:v>135819</c:v>
                </c:pt>
                <c:pt idx="151">
                  <c:v>135516</c:v>
                </c:pt>
                <c:pt idx="152">
                  <c:v>135333</c:v>
                </c:pt>
                <c:pt idx="153">
                  <c:v>135959</c:v>
                </c:pt>
                <c:pt idx="154">
                  <c:v>137875</c:v>
                </c:pt>
                <c:pt idx="155">
                  <c:v>137066</c:v>
                </c:pt>
                <c:pt idx="156">
                  <c:v>136360</c:v>
                </c:pt>
                <c:pt idx="157">
                  <c:v>136706</c:v>
                </c:pt>
                <c:pt idx="158">
                  <c:v>134846</c:v>
                </c:pt>
                <c:pt idx="159">
                  <c:v>140302</c:v>
                </c:pt>
                <c:pt idx="160">
                  <c:v>142348</c:v>
                </c:pt>
                <c:pt idx="161">
                  <c:v>150992</c:v>
                </c:pt>
                <c:pt idx="162">
                  <c:v>152506</c:v>
                </c:pt>
                <c:pt idx="163">
                  <c:v>151368</c:v>
                </c:pt>
                <c:pt idx="164">
                  <c:v>151419</c:v>
                </c:pt>
                <c:pt idx="165">
                  <c:v>151793</c:v>
                </c:pt>
                <c:pt idx="166">
                  <c:v>152896</c:v>
                </c:pt>
                <c:pt idx="167">
                  <c:v>151644</c:v>
                </c:pt>
                <c:pt idx="168">
                  <c:v>155267</c:v>
                </c:pt>
                <c:pt idx="169">
                  <c:v>155940</c:v>
                </c:pt>
                <c:pt idx="170">
                  <c:v>154484</c:v>
                </c:pt>
                <c:pt idx="171">
                  <c:v>153655</c:v>
                </c:pt>
                <c:pt idx="172">
                  <c:v>155119</c:v>
                </c:pt>
                <c:pt idx="173">
                  <c:v>154711</c:v>
                </c:pt>
                <c:pt idx="174">
                  <c:v>154055</c:v>
                </c:pt>
                <c:pt idx="175">
                  <c:v>151759</c:v>
                </c:pt>
                <c:pt idx="176">
                  <c:v>151861</c:v>
                </c:pt>
                <c:pt idx="177">
                  <c:v>151933</c:v>
                </c:pt>
                <c:pt idx="178">
                  <c:v>151250</c:v>
                </c:pt>
                <c:pt idx="179">
                  <c:v>150379</c:v>
                </c:pt>
                <c:pt idx="180">
                  <c:v>149264</c:v>
                </c:pt>
                <c:pt idx="181">
                  <c:v>148460</c:v>
                </c:pt>
                <c:pt idx="182">
                  <c:v>149656</c:v>
                </c:pt>
                <c:pt idx="183">
                  <c:v>150373</c:v>
                </c:pt>
                <c:pt idx="184">
                  <c:v>149840</c:v>
                </c:pt>
                <c:pt idx="185">
                  <c:v>150971</c:v>
                </c:pt>
                <c:pt idx="186">
                  <c:v>151389</c:v>
                </c:pt>
                <c:pt idx="187">
                  <c:v>151825</c:v>
                </c:pt>
                <c:pt idx="188">
                  <c:v>152642</c:v>
                </c:pt>
                <c:pt idx="189">
                  <c:v>159349</c:v>
                </c:pt>
                <c:pt idx="190">
                  <c:v>153963</c:v>
                </c:pt>
                <c:pt idx="191">
                  <c:v>152091</c:v>
                </c:pt>
                <c:pt idx="192">
                  <c:v>150995</c:v>
                </c:pt>
                <c:pt idx="193">
                  <c:v>152706</c:v>
                </c:pt>
                <c:pt idx="194">
                  <c:v>152771</c:v>
                </c:pt>
                <c:pt idx="195">
                  <c:v>152272</c:v>
                </c:pt>
                <c:pt idx="196">
                  <c:v>153848</c:v>
                </c:pt>
                <c:pt idx="197">
                  <c:v>153056</c:v>
                </c:pt>
                <c:pt idx="198">
                  <c:v>153514</c:v>
                </c:pt>
                <c:pt idx="199">
                  <c:v>153096</c:v>
                </c:pt>
                <c:pt idx="200">
                  <c:v>151985</c:v>
                </c:pt>
                <c:pt idx="201">
                  <c:v>152185</c:v>
                </c:pt>
                <c:pt idx="202">
                  <c:v>153169</c:v>
                </c:pt>
                <c:pt idx="203">
                  <c:v>155415</c:v>
                </c:pt>
                <c:pt idx="204">
                  <c:v>154938</c:v>
                </c:pt>
                <c:pt idx="205">
                  <c:v>154174</c:v>
                </c:pt>
                <c:pt idx="206">
                  <c:v>155465</c:v>
                </c:pt>
                <c:pt idx="207">
                  <c:v>160462</c:v>
                </c:pt>
                <c:pt idx="208">
                  <c:v>161611</c:v>
                </c:pt>
                <c:pt idx="209">
                  <c:v>162754</c:v>
                </c:pt>
                <c:pt idx="210">
                  <c:v>163419</c:v>
                </c:pt>
                <c:pt idx="211">
                  <c:v>163600</c:v>
                </c:pt>
                <c:pt idx="212">
                  <c:v>164908</c:v>
                </c:pt>
                <c:pt idx="213">
                  <c:v>166633</c:v>
                </c:pt>
                <c:pt idx="214">
                  <c:v>167715</c:v>
                </c:pt>
                <c:pt idx="215">
                  <c:v>170944</c:v>
                </c:pt>
                <c:pt idx="216">
                  <c:v>173296</c:v>
                </c:pt>
                <c:pt idx="217">
                  <c:v>187790</c:v>
                </c:pt>
                <c:pt idx="218">
                  <c:v>211983</c:v>
                </c:pt>
                <c:pt idx="219">
                  <c:v>197240</c:v>
                </c:pt>
                <c:pt idx="220">
                  <c:v>184064</c:v>
                </c:pt>
                <c:pt idx="221">
                  <c:v>169167</c:v>
                </c:pt>
                <c:pt idx="222">
                  <c:v>166757</c:v>
                </c:pt>
                <c:pt idx="223">
                  <c:v>165966</c:v>
                </c:pt>
                <c:pt idx="224">
                  <c:v>165879</c:v>
                </c:pt>
                <c:pt idx="225">
                  <c:v>165303</c:v>
                </c:pt>
                <c:pt idx="226">
                  <c:v>173843</c:v>
                </c:pt>
                <c:pt idx="227">
                  <c:v>175430</c:v>
                </c:pt>
                <c:pt idx="228">
                  <c:v>188885</c:v>
                </c:pt>
                <c:pt idx="229">
                  <c:v>190516</c:v>
                </c:pt>
                <c:pt idx="230">
                  <c:v>177558</c:v>
                </c:pt>
                <c:pt idx="231">
                  <c:v>168562</c:v>
                </c:pt>
                <c:pt idx="232">
                  <c:v>170076</c:v>
                </c:pt>
                <c:pt idx="233">
                  <c:v>172503</c:v>
                </c:pt>
                <c:pt idx="234">
                  <c:v>178569</c:v>
                </c:pt>
                <c:pt idx="236">
                  <c:v>182584</c:v>
                </c:pt>
                <c:pt idx="237">
                  <c:v>185351</c:v>
                </c:pt>
                <c:pt idx="238">
                  <c:v>184271</c:v>
                </c:pt>
                <c:pt idx="239">
                  <c:v>186866</c:v>
                </c:pt>
                <c:pt idx="240">
                  <c:v>188341</c:v>
                </c:pt>
                <c:pt idx="241">
                  <c:v>188304</c:v>
                </c:pt>
                <c:pt idx="242">
                  <c:v>189894</c:v>
                </c:pt>
                <c:pt idx="243">
                  <c:v>194153</c:v>
                </c:pt>
                <c:pt idx="244">
                  <c:v>194977</c:v>
                </c:pt>
                <c:pt idx="245">
                  <c:v>196212</c:v>
                </c:pt>
                <c:pt idx="246">
                  <c:v>196736</c:v>
                </c:pt>
                <c:pt idx="247">
                  <c:v>197241</c:v>
                </c:pt>
                <c:pt idx="248">
                  <c:v>197271</c:v>
                </c:pt>
                <c:pt idx="249">
                  <c:v>196599</c:v>
                </c:pt>
                <c:pt idx="250">
                  <c:v>194295</c:v>
                </c:pt>
                <c:pt idx="251">
                  <c:v>191369</c:v>
                </c:pt>
                <c:pt idx="252">
                  <c:v>186086</c:v>
                </c:pt>
                <c:pt idx="253">
                  <c:v>186709</c:v>
                </c:pt>
                <c:pt idx="254">
                  <c:v>187711</c:v>
                </c:pt>
                <c:pt idx="255">
                  <c:v>186627</c:v>
                </c:pt>
                <c:pt idx="256">
                  <c:v>181144</c:v>
                </c:pt>
                <c:pt idx="257">
                  <c:v>180882</c:v>
                </c:pt>
                <c:pt idx="258">
                  <c:v>183411</c:v>
                </c:pt>
                <c:pt idx="259">
                  <c:v>183620</c:v>
                </c:pt>
                <c:pt idx="260">
                  <c:v>183662</c:v>
                </c:pt>
                <c:pt idx="261">
                  <c:v>183239</c:v>
                </c:pt>
                <c:pt idx="262">
                  <c:v>181575</c:v>
                </c:pt>
                <c:pt idx="263">
                  <c:v>180335</c:v>
                </c:pt>
                <c:pt idx="264">
                  <c:v>180438</c:v>
                </c:pt>
                <c:pt idx="265">
                  <c:v>184080</c:v>
                </c:pt>
                <c:pt idx="266">
                  <c:v>185805</c:v>
                </c:pt>
                <c:pt idx="267">
                  <c:v>185044</c:v>
                </c:pt>
                <c:pt idx="268">
                  <c:v>184880</c:v>
                </c:pt>
                <c:pt idx="269">
                  <c:v>175590</c:v>
                </c:pt>
                <c:pt idx="270">
                  <c:v>173916</c:v>
                </c:pt>
                <c:pt idx="271">
                  <c:v>178162</c:v>
                </c:pt>
                <c:pt idx="272">
                  <c:v>181821</c:v>
                </c:pt>
                <c:pt idx="273">
                  <c:v>183472</c:v>
                </c:pt>
                <c:pt idx="274">
                  <c:v>185252</c:v>
                </c:pt>
                <c:pt idx="275">
                  <c:v>183033</c:v>
                </c:pt>
                <c:pt idx="276">
                  <c:v>179225</c:v>
                </c:pt>
                <c:pt idx="277">
                  <c:v>179220</c:v>
                </c:pt>
                <c:pt idx="278">
                  <c:v>179066</c:v>
                </c:pt>
                <c:pt idx="279">
                  <c:v>178729</c:v>
                </c:pt>
                <c:pt idx="280">
                  <c:v>180713</c:v>
                </c:pt>
                <c:pt idx="281">
                  <c:v>181588</c:v>
                </c:pt>
                <c:pt idx="282">
                  <c:v>181212</c:v>
                </c:pt>
                <c:pt idx="283">
                  <c:v>178962</c:v>
                </c:pt>
                <c:pt idx="284">
                  <c:v>181741</c:v>
                </c:pt>
                <c:pt idx="285">
                  <c:v>182628</c:v>
                </c:pt>
                <c:pt idx="286">
                  <c:v>182890</c:v>
                </c:pt>
                <c:pt idx="287">
                  <c:v>184957</c:v>
                </c:pt>
                <c:pt idx="288">
                  <c:v>185042</c:v>
                </c:pt>
                <c:pt idx="289">
                  <c:v>182975</c:v>
                </c:pt>
                <c:pt idx="290">
                  <c:v>183900</c:v>
                </c:pt>
                <c:pt idx="291">
                  <c:v>184849</c:v>
                </c:pt>
                <c:pt idx="292">
                  <c:v>185575</c:v>
                </c:pt>
                <c:pt idx="293">
                  <c:v>185765</c:v>
                </c:pt>
                <c:pt idx="295">
                  <c:v>186975</c:v>
                </c:pt>
                <c:pt idx="296">
                  <c:v>188433</c:v>
                </c:pt>
                <c:pt idx="297">
                  <c:v>187928</c:v>
                </c:pt>
                <c:pt idx="298">
                  <c:v>196518</c:v>
                </c:pt>
                <c:pt idx="299">
                  <c:v>197638</c:v>
                </c:pt>
                <c:pt idx="300">
                  <c:v>197854</c:v>
                </c:pt>
                <c:pt idx="301">
                  <c:v>198986</c:v>
                </c:pt>
                <c:pt idx="302">
                  <c:v>198596</c:v>
                </c:pt>
                <c:pt idx="303">
                  <c:v>197845</c:v>
                </c:pt>
                <c:pt idx="304">
                  <c:v>196663</c:v>
                </c:pt>
                <c:pt idx="305">
                  <c:v>197321</c:v>
                </c:pt>
                <c:pt idx="306">
                  <c:v>205599</c:v>
                </c:pt>
                <c:pt idx="307">
                  <c:v>203510</c:v>
                </c:pt>
                <c:pt idx="308">
                  <c:v>206761</c:v>
                </c:pt>
                <c:pt idx="309">
                  <c:v>213547</c:v>
                </c:pt>
                <c:pt idx="310">
                  <c:v>218918</c:v>
                </c:pt>
                <c:pt idx="311">
                  <c:v>226015</c:v>
                </c:pt>
                <c:pt idx="312">
                  <c:v>224434</c:v>
                </c:pt>
                <c:pt idx="313">
                  <c:v>210530</c:v>
                </c:pt>
                <c:pt idx="314">
                  <c:v>208448</c:v>
                </c:pt>
                <c:pt idx="315">
                  <c:v>208284</c:v>
                </c:pt>
                <c:pt idx="316">
                  <c:v>212446</c:v>
                </c:pt>
                <c:pt idx="317">
                  <c:v>215220</c:v>
                </c:pt>
                <c:pt idx="318">
                  <c:v>215029</c:v>
                </c:pt>
                <c:pt idx="319">
                  <c:v>220612</c:v>
                </c:pt>
                <c:pt idx="320">
                  <c:v>231061</c:v>
                </c:pt>
                <c:pt idx="321">
                  <c:v>243894</c:v>
                </c:pt>
                <c:pt idx="322">
                  <c:v>228817</c:v>
                </c:pt>
                <c:pt idx="323">
                  <c:v>224716</c:v>
                </c:pt>
                <c:pt idx="324">
                  <c:v>221027</c:v>
                </c:pt>
                <c:pt idx="325">
                  <c:v>214292</c:v>
                </c:pt>
                <c:pt idx="326">
                  <c:v>211350</c:v>
                </c:pt>
                <c:pt idx="327">
                  <c:v>212472</c:v>
                </c:pt>
                <c:pt idx="328">
                  <c:v>210853</c:v>
                </c:pt>
                <c:pt idx="329">
                  <c:v>208281</c:v>
                </c:pt>
                <c:pt idx="330">
                  <c:v>209076</c:v>
                </c:pt>
                <c:pt idx="331">
                  <c:v>211032</c:v>
                </c:pt>
                <c:pt idx="332">
                  <c:v>206511</c:v>
                </c:pt>
                <c:pt idx="333">
                  <c:v>202262</c:v>
                </c:pt>
                <c:pt idx="334">
                  <c:v>200257</c:v>
                </c:pt>
                <c:pt idx="335">
                  <c:v>204827</c:v>
                </c:pt>
                <c:pt idx="336">
                  <c:v>217409</c:v>
                </c:pt>
                <c:pt idx="337">
                  <c:v>219318</c:v>
                </c:pt>
                <c:pt idx="338">
                  <c:v>222447</c:v>
                </c:pt>
                <c:pt idx="339">
                  <c:v>223399</c:v>
                </c:pt>
                <c:pt idx="340">
                  <c:v>227594</c:v>
                </c:pt>
                <c:pt idx="341">
                  <c:v>233440</c:v>
                </c:pt>
                <c:pt idx="342">
                  <c:v>245693</c:v>
                </c:pt>
                <c:pt idx="343">
                  <c:v>259681</c:v>
                </c:pt>
                <c:pt idx="344">
                  <c:v>280692</c:v>
                </c:pt>
                <c:pt idx="345">
                  <c:v>251893</c:v>
                </c:pt>
                <c:pt idx="346">
                  <c:v>242555</c:v>
                </c:pt>
                <c:pt idx="347">
                  <c:v>247424</c:v>
                </c:pt>
                <c:pt idx="348">
                  <c:v>271339</c:v>
                </c:pt>
                <c:pt idx="349">
                  <c:v>274860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[1.1、日度跟踪666.xlsx]Sheet1!$N$2</c:f>
              <c:strCache>
                <c:ptCount val="1"/>
                <c:pt idx="0">
                  <c:v>2022年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[1.1、日度跟踪666.xlsx]Sheet1!$K$3:$K$352</c:f>
              <c:strCache>
                <c:ptCount val="350"/>
                <c:pt idx="0">
                  <c:v>1-1</c:v>
                </c:pt>
                <c:pt idx="1">
                  <c:v>1-2</c:v>
                </c:pt>
                <c:pt idx="2">
                  <c:v>1-3</c:v>
                </c:pt>
                <c:pt idx="3">
                  <c:v>1-4</c:v>
                </c:pt>
                <c:pt idx="4">
                  <c:v>1-5</c:v>
                </c:pt>
                <c:pt idx="5">
                  <c:v>1-6</c:v>
                </c:pt>
                <c:pt idx="6">
                  <c:v>1-7</c:v>
                </c:pt>
                <c:pt idx="7">
                  <c:v>1-8</c:v>
                </c:pt>
                <c:pt idx="8">
                  <c:v>1-9</c:v>
                </c:pt>
                <c:pt idx="9">
                  <c:v>1-10</c:v>
                </c:pt>
                <c:pt idx="10">
                  <c:v>1-11</c:v>
                </c:pt>
                <c:pt idx="11">
                  <c:v>1-12</c:v>
                </c:pt>
                <c:pt idx="12">
                  <c:v>1-13</c:v>
                </c:pt>
                <c:pt idx="13">
                  <c:v>1-14</c:v>
                </c:pt>
                <c:pt idx="14">
                  <c:v>1-15</c:v>
                </c:pt>
                <c:pt idx="15">
                  <c:v>1-16</c:v>
                </c:pt>
                <c:pt idx="16">
                  <c:v>1-17</c:v>
                </c:pt>
                <c:pt idx="17">
                  <c:v>1-18</c:v>
                </c:pt>
                <c:pt idx="18">
                  <c:v>1-19</c:v>
                </c:pt>
                <c:pt idx="19">
                  <c:v>1-20</c:v>
                </c:pt>
                <c:pt idx="20">
                  <c:v>1-21</c:v>
                </c:pt>
                <c:pt idx="21">
                  <c:v>1-22</c:v>
                </c:pt>
                <c:pt idx="22">
                  <c:v>1-23</c:v>
                </c:pt>
                <c:pt idx="23">
                  <c:v>1-24</c:v>
                </c:pt>
                <c:pt idx="24">
                  <c:v>1-25</c:v>
                </c:pt>
                <c:pt idx="25">
                  <c:v>1-26</c:v>
                </c:pt>
                <c:pt idx="26">
                  <c:v>1-27</c:v>
                </c:pt>
                <c:pt idx="27">
                  <c:v>1-28</c:v>
                </c:pt>
                <c:pt idx="28">
                  <c:v>1-29</c:v>
                </c:pt>
                <c:pt idx="29">
                  <c:v>2-1</c:v>
                </c:pt>
                <c:pt idx="30">
                  <c:v>2-2</c:v>
                </c:pt>
                <c:pt idx="31">
                  <c:v>2-3</c:v>
                </c:pt>
                <c:pt idx="32">
                  <c:v>2-4</c:v>
                </c:pt>
                <c:pt idx="33">
                  <c:v>2-5</c:v>
                </c:pt>
                <c:pt idx="34">
                  <c:v>2-6</c:v>
                </c:pt>
                <c:pt idx="35">
                  <c:v>2-7</c:v>
                </c:pt>
                <c:pt idx="36">
                  <c:v>2-8</c:v>
                </c:pt>
                <c:pt idx="37">
                  <c:v>2-9</c:v>
                </c:pt>
                <c:pt idx="38">
                  <c:v>2-10</c:v>
                </c:pt>
                <c:pt idx="39">
                  <c:v>2-11</c:v>
                </c:pt>
                <c:pt idx="40">
                  <c:v>2-12</c:v>
                </c:pt>
                <c:pt idx="41">
                  <c:v>2-13</c:v>
                </c:pt>
                <c:pt idx="42">
                  <c:v>2-14</c:v>
                </c:pt>
                <c:pt idx="43">
                  <c:v>2-15</c:v>
                </c:pt>
                <c:pt idx="44">
                  <c:v>2-16</c:v>
                </c:pt>
                <c:pt idx="45">
                  <c:v>2-17</c:v>
                </c:pt>
                <c:pt idx="46">
                  <c:v>2-18</c:v>
                </c:pt>
                <c:pt idx="47">
                  <c:v>2-19</c:v>
                </c:pt>
                <c:pt idx="48">
                  <c:v>2-20</c:v>
                </c:pt>
                <c:pt idx="49">
                  <c:v>2-21</c:v>
                </c:pt>
                <c:pt idx="50">
                  <c:v>2-22</c:v>
                </c:pt>
                <c:pt idx="51">
                  <c:v>2-23</c:v>
                </c:pt>
                <c:pt idx="52">
                  <c:v>2-24</c:v>
                </c:pt>
                <c:pt idx="53">
                  <c:v>2-25</c:v>
                </c:pt>
                <c:pt idx="54">
                  <c:v>2-26</c:v>
                </c:pt>
                <c:pt idx="55">
                  <c:v>2-27</c:v>
                </c:pt>
                <c:pt idx="56">
                  <c:v>2-28</c:v>
                </c:pt>
                <c:pt idx="57">
                  <c:v>2-29</c:v>
                </c:pt>
                <c:pt idx="58">
                  <c:v>2-30</c:v>
                </c:pt>
                <c:pt idx="59">
                  <c:v>3-1</c:v>
                </c:pt>
                <c:pt idx="60">
                  <c:v>3-2</c:v>
                </c:pt>
                <c:pt idx="61">
                  <c:v>3-3</c:v>
                </c:pt>
                <c:pt idx="62">
                  <c:v>3-4</c:v>
                </c:pt>
                <c:pt idx="63">
                  <c:v>3-5</c:v>
                </c:pt>
                <c:pt idx="64">
                  <c:v>3-6</c:v>
                </c:pt>
                <c:pt idx="65">
                  <c:v>3-7</c:v>
                </c:pt>
                <c:pt idx="66">
                  <c:v>3-8</c:v>
                </c:pt>
                <c:pt idx="67">
                  <c:v>3-9</c:v>
                </c:pt>
                <c:pt idx="68">
                  <c:v>3-10</c:v>
                </c:pt>
                <c:pt idx="69">
                  <c:v>3-11</c:v>
                </c:pt>
                <c:pt idx="70">
                  <c:v>3-12</c:v>
                </c:pt>
                <c:pt idx="71">
                  <c:v>3-13</c:v>
                </c:pt>
                <c:pt idx="72">
                  <c:v>3-14</c:v>
                </c:pt>
                <c:pt idx="73">
                  <c:v>3-15</c:v>
                </c:pt>
                <c:pt idx="74">
                  <c:v>3-16</c:v>
                </c:pt>
                <c:pt idx="75">
                  <c:v>3-17</c:v>
                </c:pt>
                <c:pt idx="76">
                  <c:v>3-18</c:v>
                </c:pt>
                <c:pt idx="77">
                  <c:v>3-19</c:v>
                </c:pt>
                <c:pt idx="78">
                  <c:v>3-20</c:v>
                </c:pt>
                <c:pt idx="79">
                  <c:v>3-21</c:v>
                </c:pt>
                <c:pt idx="80">
                  <c:v>3-22</c:v>
                </c:pt>
                <c:pt idx="81">
                  <c:v>3-23</c:v>
                </c:pt>
                <c:pt idx="82">
                  <c:v>3-24</c:v>
                </c:pt>
                <c:pt idx="83">
                  <c:v>3-25</c:v>
                </c:pt>
                <c:pt idx="84">
                  <c:v>3-26</c:v>
                </c:pt>
                <c:pt idx="85">
                  <c:v>3-27</c:v>
                </c:pt>
                <c:pt idx="86">
                  <c:v>3-28</c:v>
                </c:pt>
                <c:pt idx="87">
                  <c:v>3-29</c:v>
                </c:pt>
                <c:pt idx="88">
                  <c:v>4-1</c:v>
                </c:pt>
                <c:pt idx="89">
                  <c:v>4-2</c:v>
                </c:pt>
                <c:pt idx="90">
                  <c:v>4-3</c:v>
                </c:pt>
                <c:pt idx="91">
                  <c:v>4-4</c:v>
                </c:pt>
                <c:pt idx="92">
                  <c:v>4-5</c:v>
                </c:pt>
                <c:pt idx="93">
                  <c:v>4-6</c:v>
                </c:pt>
                <c:pt idx="94">
                  <c:v>4-7</c:v>
                </c:pt>
                <c:pt idx="95">
                  <c:v>4-8</c:v>
                </c:pt>
                <c:pt idx="96">
                  <c:v>4-9</c:v>
                </c:pt>
                <c:pt idx="97">
                  <c:v>4-10</c:v>
                </c:pt>
                <c:pt idx="98">
                  <c:v>4-11</c:v>
                </c:pt>
                <c:pt idx="99">
                  <c:v>4-12</c:v>
                </c:pt>
                <c:pt idx="100">
                  <c:v>4-13</c:v>
                </c:pt>
                <c:pt idx="101">
                  <c:v>4-14</c:v>
                </c:pt>
                <c:pt idx="102">
                  <c:v>4-15</c:v>
                </c:pt>
                <c:pt idx="103">
                  <c:v>4-16</c:v>
                </c:pt>
                <c:pt idx="104">
                  <c:v>4-17</c:v>
                </c:pt>
                <c:pt idx="105">
                  <c:v>4-18</c:v>
                </c:pt>
                <c:pt idx="106">
                  <c:v>4-19</c:v>
                </c:pt>
                <c:pt idx="107">
                  <c:v>4-20</c:v>
                </c:pt>
                <c:pt idx="108">
                  <c:v>4-21</c:v>
                </c:pt>
                <c:pt idx="109">
                  <c:v>4-22</c:v>
                </c:pt>
                <c:pt idx="110">
                  <c:v>4-23</c:v>
                </c:pt>
                <c:pt idx="111">
                  <c:v>4-24</c:v>
                </c:pt>
                <c:pt idx="112">
                  <c:v>4-25</c:v>
                </c:pt>
                <c:pt idx="113">
                  <c:v>4-26</c:v>
                </c:pt>
                <c:pt idx="114">
                  <c:v>4-27</c:v>
                </c:pt>
                <c:pt idx="115">
                  <c:v>4-28</c:v>
                </c:pt>
                <c:pt idx="116">
                  <c:v>4-29</c:v>
                </c:pt>
                <c:pt idx="117">
                  <c:v>5-1</c:v>
                </c:pt>
                <c:pt idx="118">
                  <c:v>5-2</c:v>
                </c:pt>
                <c:pt idx="119">
                  <c:v>5-3</c:v>
                </c:pt>
                <c:pt idx="120">
                  <c:v>5-4</c:v>
                </c:pt>
                <c:pt idx="121">
                  <c:v>5-5</c:v>
                </c:pt>
                <c:pt idx="122">
                  <c:v>5-6</c:v>
                </c:pt>
                <c:pt idx="123">
                  <c:v>5-7</c:v>
                </c:pt>
                <c:pt idx="124">
                  <c:v>5-8</c:v>
                </c:pt>
                <c:pt idx="125">
                  <c:v>5-9</c:v>
                </c:pt>
                <c:pt idx="126">
                  <c:v>5-10</c:v>
                </c:pt>
                <c:pt idx="127">
                  <c:v>5-11</c:v>
                </c:pt>
                <c:pt idx="128">
                  <c:v>5-12</c:v>
                </c:pt>
                <c:pt idx="129">
                  <c:v>5-13</c:v>
                </c:pt>
                <c:pt idx="130">
                  <c:v>5-14</c:v>
                </c:pt>
                <c:pt idx="131">
                  <c:v>5-15</c:v>
                </c:pt>
                <c:pt idx="132">
                  <c:v>5-16</c:v>
                </c:pt>
                <c:pt idx="133">
                  <c:v>5-17</c:v>
                </c:pt>
                <c:pt idx="134">
                  <c:v>5-18</c:v>
                </c:pt>
                <c:pt idx="135">
                  <c:v>5-19</c:v>
                </c:pt>
                <c:pt idx="136">
                  <c:v>5-20</c:v>
                </c:pt>
                <c:pt idx="137">
                  <c:v>5-21</c:v>
                </c:pt>
                <c:pt idx="138">
                  <c:v>5-22</c:v>
                </c:pt>
                <c:pt idx="139">
                  <c:v>5-23</c:v>
                </c:pt>
                <c:pt idx="140">
                  <c:v>5-24</c:v>
                </c:pt>
                <c:pt idx="141">
                  <c:v>5-25</c:v>
                </c:pt>
                <c:pt idx="142">
                  <c:v>5-26</c:v>
                </c:pt>
                <c:pt idx="143">
                  <c:v>5-27</c:v>
                </c:pt>
                <c:pt idx="144">
                  <c:v>5-28</c:v>
                </c:pt>
                <c:pt idx="145">
                  <c:v>5-29</c:v>
                </c:pt>
                <c:pt idx="146">
                  <c:v>5-30</c:v>
                </c:pt>
                <c:pt idx="147">
                  <c:v>6-1</c:v>
                </c:pt>
                <c:pt idx="148">
                  <c:v>6-2</c:v>
                </c:pt>
                <c:pt idx="149">
                  <c:v>6-3</c:v>
                </c:pt>
                <c:pt idx="150">
                  <c:v>6-4</c:v>
                </c:pt>
                <c:pt idx="151">
                  <c:v>6-5</c:v>
                </c:pt>
                <c:pt idx="152">
                  <c:v>6-6</c:v>
                </c:pt>
                <c:pt idx="153">
                  <c:v>6-7</c:v>
                </c:pt>
                <c:pt idx="154">
                  <c:v>6-8</c:v>
                </c:pt>
                <c:pt idx="155">
                  <c:v>6-9</c:v>
                </c:pt>
                <c:pt idx="156">
                  <c:v>6-10</c:v>
                </c:pt>
                <c:pt idx="157">
                  <c:v>6-11</c:v>
                </c:pt>
                <c:pt idx="158">
                  <c:v>6-12</c:v>
                </c:pt>
                <c:pt idx="159">
                  <c:v>6-13</c:v>
                </c:pt>
                <c:pt idx="160">
                  <c:v>6-14</c:v>
                </c:pt>
                <c:pt idx="161">
                  <c:v>6-15</c:v>
                </c:pt>
                <c:pt idx="162">
                  <c:v>6-16</c:v>
                </c:pt>
                <c:pt idx="163">
                  <c:v>6-17</c:v>
                </c:pt>
                <c:pt idx="164">
                  <c:v>6-18</c:v>
                </c:pt>
                <c:pt idx="165">
                  <c:v>6-19</c:v>
                </c:pt>
                <c:pt idx="166">
                  <c:v>6-20</c:v>
                </c:pt>
                <c:pt idx="167">
                  <c:v>6-21</c:v>
                </c:pt>
                <c:pt idx="168">
                  <c:v>6-22</c:v>
                </c:pt>
                <c:pt idx="169">
                  <c:v>6-23</c:v>
                </c:pt>
                <c:pt idx="170">
                  <c:v>6-24</c:v>
                </c:pt>
                <c:pt idx="171">
                  <c:v>6-25</c:v>
                </c:pt>
                <c:pt idx="172">
                  <c:v>6-26</c:v>
                </c:pt>
                <c:pt idx="173">
                  <c:v>6-27</c:v>
                </c:pt>
                <c:pt idx="174">
                  <c:v>6-28</c:v>
                </c:pt>
                <c:pt idx="175">
                  <c:v>6-29</c:v>
                </c:pt>
                <c:pt idx="176">
                  <c:v>7-1</c:v>
                </c:pt>
                <c:pt idx="177">
                  <c:v>7-2</c:v>
                </c:pt>
                <c:pt idx="178">
                  <c:v>7-3</c:v>
                </c:pt>
                <c:pt idx="179">
                  <c:v>7-4</c:v>
                </c:pt>
                <c:pt idx="180">
                  <c:v>7-5</c:v>
                </c:pt>
                <c:pt idx="181">
                  <c:v>7-6</c:v>
                </c:pt>
                <c:pt idx="182">
                  <c:v>7-7</c:v>
                </c:pt>
                <c:pt idx="183">
                  <c:v>7-8</c:v>
                </c:pt>
                <c:pt idx="184">
                  <c:v>7-9</c:v>
                </c:pt>
                <c:pt idx="185">
                  <c:v>7-10</c:v>
                </c:pt>
                <c:pt idx="186">
                  <c:v>7-11</c:v>
                </c:pt>
                <c:pt idx="187">
                  <c:v>7-12</c:v>
                </c:pt>
                <c:pt idx="188">
                  <c:v>7-13</c:v>
                </c:pt>
                <c:pt idx="189">
                  <c:v>7-14</c:v>
                </c:pt>
                <c:pt idx="190">
                  <c:v>7-15</c:v>
                </c:pt>
                <c:pt idx="191">
                  <c:v>7-16</c:v>
                </c:pt>
                <c:pt idx="192">
                  <c:v>7-17</c:v>
                </c:pt>
                <c:pt idx="193">
                  <c:v>7-18</c:v>
                </c:pt>
                <c:pt idx="194">
                  <c:v>7-19</c:v>
                </c:pt>
                <c:pt idx="195">
                  <c:v>7-20</c:v>
                </c:pt>
                <c:pt idx="196">
                  <c:v>7-21</c:v>
                </c:pt>
                <c:pt idx="197">
                  <c:v>7-22</c:v>
                </c:pt>
                <c:pt idx="198">
                  <c:v>7-23</c:v>
                </c:pt>
                <c:pt idx="199">
                  <c:v>7-24</c:v>
                </c:pt>
                <c:pt idx="200">
                  <c:v>7-25</c:v>
                </c:pt>
                <c:pt idx="201">
                  <c:v>7-26</c:v>
                </c:pt>
                <c:pt idx="202">
                  <c:v>7-27</c:v>
                </c:pt>
                <c:pt idx="203">
                  <c:v>7-28</c:v>
                </c:pt>
                <c:pt idx="204">
                  <c:v>7-29</c:v>
                </c:pt>
                <c:pt idx="205">
                  <c:v>7-30</c:v>
                </c:pt>
                <c:pt idx="206">
                  <c:v>8-1</c:v>
                </c:pt>
                <c:pt idx="207">
                  <c:v>8-2</c:v>
                </c:pt>
                <c:pt idx="208">
                  <c:v>8-3</c:v>
                </c:pt>
                <c:pt idx="209">
                  <c:v>8-4</c:v>
                </c:pt>
                <c:pt idx="210">
                  <c:v>8-5</c:v>
                </c:pt>
                <c:pt idx="211">
                  <c:v>8-6</c:v>
                </c:pt>
                <c:pt idx="212">
                  <c:v>8-7</c:v>
                </c:pt>
                <c:pt idx="213">
                  <c:v>8-8</c:v>
                </c:pt>
                <c:pt idx="214">
                  <c:v>8-9</c:v>
                </c:pt>
                <c:pt idx="215">
                  <c:v>8-10</c:v>
                </c:pt>
                <c:pt idx="216">
                  <c:v>8-11</c:v>
                </c:pt>
                <c:pt idx="217">
                  <c:v>8-12</c:v>
                </c:pt>
                <c:pt idx="218">
                  <c:v>8-13</c:v>
                </c:pt>
                <c:pt idx="219">
                  <c:v>8-14</c:v>
                </c:pt>
                <c:pt idx="220">
                  <c:v>8-15</c:v>
                </c:pt>
                <c:pt idx="221">
                  <c:v>8-16</c:v>
                </c:pt>
                <c:pt idx="222">
                  <c:v>8-17</c:v>
                </c:pt>
                <c:pt idx="223">
                  <c:v>8-18</c:v>
                </c:pt>
                <c:pt idx="224">
                  <c:v>8-19</c:v>
                </c:pt>
                <c:pt idx="225">
                  <c:v>8-20</c:v>
                </c:pt>
                <c:pt idx="226">
                  <c:v>8-21</c:v>
                </c:pt>
                <c:pt idx="227">
                  <c:v>8-22</c:v>
                </c:pt>
                <c:pt idx="228">
                  <c:v>8-23</c:v>
                </c:pt>
                <c:pt idx="229">
                  <c:v>8-24</c:v>
                </c:pt>
                <c:pt idx="230">
                  <c:v>8-25</c:v>
                </c:pt>
                <c:pt idx="231">
                  <c:v>8-26</c:v>
                </c:pt>
                <c:pt idx="232">
                  <c:v>8-27</c:v>
                </c:pt>
                <c:pt idx="233">
                  <c:v>8-28</c:v>
                </c:pt>
                <c:pt idx="234">
                  <c:v>8-29</c:v>
                </c:pt>
                <c:pt idx="235">
                  <c:v>8-30</c:v>
                </c:pt>
                <c:pt idx="236">
                  <c:v>9-1</c:v>
                </c:pt>
                <c:pt idx="237">
                  <c:v>9-2</c:v>
                </c:pt>
                <c:pt idx="238">
                  <c:v>9-3</c:v>
                </c:pt>
                <c:pt idx="239">
                  <c:v>9-4</c:v>
                </c:pt>
                <c:pt idx="240">
                  <c:v>9-5</c:v>
                </c:pt>
                <c:pt idx="241">
                  <c:v>9-6</c:v>
                </c:pt>
                <c:pt idx="242">
                  <c:v>9-7</c:v>
                </c:pt>
                <c:pt idx="243">
                  <c:v>9-8</c:v>
                </c:pt>
                <c:pt idx="244">
                  <c:v>9-9</c:v>
                </c:pt>
                <c:pt idx="245">
                  <c:v>9-10</c:v>
                </c:pt>
                <c:pt idx="246">
                  <c:v>9-11</c:v>
                </c:pt>
                <c:pt idx="247">
                  <c:v>9-12</c:v>
                </c:pt>
                <c:pt idx="248">
                  <c:v>9-13</c:v>
                </c:pt>
                <c:pt idx="249">
                  <c:v>9-14</c:v>
                </c:pt>
                <c:pt idx="250">
                  <c:v>9-15</c:v>
                </c:pt>
                <c:pt idx="251">
                  <c:v>9-16</c:v>
                </c:pt>
                <c:pt idx="252">
                  <c:v>9-17</c:v>
                </c:pt>
                <c:pt idx="253">
                  <c:v>9-18</c:v>
                </c:pt>
                <c:pt idx="254">
                  <c:v>9-19</c:v>
                </c:pt>
                <c:pt idx="255">
                  <c:v>9-20</c:v>
                </c:pt>
                <c:pt idx="256">
                  <c:v>9-21</c:v>
                </c:pt>
                <c:pt idx="257">
                  <c:v>9-22</c:v>
                </c:pt>
                <c:pt idx="258">
                  <c:v>9-23</c:v>
                </c:pt>
                <c:pt idx="259">
                  <c:v>9-24</c:v>
                </c:pt>
                <c:pt idx="260">
                  <c:v>9-25</c:v>
                </c:pt>
                <c:pt idx="261">
                  <c:v>9-26</c:v>
                </c:pt>
                <c:pt idx="262">
                  <c:v>9-27</c:v>
                </c:pt>
                <c:pt idx="263">
                  <c:v>9-28</c:v>
                </c:pt>
                <c:pt idx="264">
                  <c:v>9-29</c:v>
                </c:pt>
                <c:pt idx="265">
                  <c:v>10-1</c:v>
                </c:pt>
                <c:pt idx="266">
                  <c:v>10-2</c:v>
                </c:pt>
                <c:pt idx="267">
                  <c:v>10-3</c:v>
                </c:pt>
                <c:pt idx="268">
                  <c:v>10-4</c:v>
                </c:pt>
                <c:pt idx="269">
                  <c:v>10-5</c:v>
                </c:pt>
                <c:pt idx="270">
                  <c:v>10-6</c:v>
                </c:pt>
                <c:pt idx="271">
                  <c:v>10-7</c:v>
                </c:pt>
                <c:pt idx="272">
                  <c:v>10-8</c:v>
                </c:pt>
                <c:pt idx="273">
                  <c:v>10-9</c:v>
                </c:pt>
                <c:pt idx="274">
                  <c:v>10-10</c:v>
                </c:pt>
                <c:pt idx="275">
                  <c:v>10-11</c:v>
                </c:pt>
                <c:pt idx="276">
                  <c:v>10-12</c:v>
                </c:pt>
                <c:pt idx="277">
                  <c:v>10-13</c:v>
                </c:pt>
                <c:pt idx="278">
                  <c:v>10-14</c:v>
                </c:pt>
                <c:pt idx="279">
                  <c:v>10-15</c:v>
                </c:pt>
                <c:pt idx="280">
                  <c:v>10-16</c:v>
                </c:pt>
                <c:pt idx="281">
                  <c:v>10-17</c:v>
                </c:pt>
                <c:pt idx="282">
                  <c:v>10-18</c:v>
                </c:pt>
                <c:pt idx="283">
                  <c:v>10-19</c:v>
                </c:pt>
                <c:pt idx="284">
                  <c:v>10-20</c:v>
                </c:pt>
                <c:pt idx="285">
                  <c:v>10-21</c:v>
                </c:pt>
                <c:pt idx="286">
                  <c:v>10-22</c:v>
                </c:pt>
                <c:pt idx="287">
                  <c:v>10-23</c:v>
                </c:pt>
                <c:pt idx="288">
                  <c:v>10-24</c:v>
                </c:pt>
                <c:pt idx="289">
                  <c:v>10-25</c:v>
                </c:pt>
                <c:pt idx="290">
                  <c:v>10-26</c:v>
                </c:pt>
                <c:pt idx="291">
                  <c:v>10-27</c:v>
                </c:pt>
                <c:pt idx="292">
                  <c:v>10-28</c:v>
                </c:pt>
                <c:pt idx="293">
                  <c:v>10-29</c:v>
                </c:pt>
                <c:pt idx="294">
                  <c:v>10-30</c:v>
                </c:pt>
                <c:pt idx="295">
                  <c:v>11-1</c:v>
                </c:pt>
                <c:pt idx="296">
                  <c:v>11-2</c:v>
                </c:pt>
                <c:pt idx="297">
                  <c:v>11-3</c:v>
                </c:pt>
                <c:pt idx="298">
                  <c:v>11-4</c:v>
                </c:pt>
                <c:pt idx="299">
                  <c:v>11-5</c:v>
                </c:pt>
                <c:pt idx="300">
                  <c:v>11-6</c:v>
                </c:pt>
                <c:pt idx="301">
                  <c:v>11-7</c:v>
                </c:pt>
                <c:pt idx="302">
                  <c:v>11-8</c:v>
                </c:pt>
                <c:pt idx="303">
                  <c:v>11-9</c:v>
                </c:pt>
                <c:pt idx="304">
                  <c:v>11-10</c:v>
                </c:pt>
                <c:pt idx="305">
                  <c:v>11-11</c:v>
                </c:pt>
                <c:pt idx="306">
                  <c:v>11-12</c:v>
                </c:pt>
                <c:pt idx="307">
                  <c:v>11-13</c:v>
                </c:pt>
                <c:pt idx="308">
                  <c:v>11-14</c:v>
                </c:pt>
                <c:pt idx="309">
                  <c:v>11-15</c:v>
                </c:pt>
                <c:pt idx="310">
                  <c:v>11-16</c:v>
                </c:pt>
                <c:pt idx="311">
                  <c:v>11-17</c:v>
                </c:pt>
                <c:pt idx="312">
                  <c:v>11-18</c:v>
                </c:pt>
                <c:pt idx="313">
                  <c:v>11-19</c:v>
                </c:pt>
                <c:pt idx="314">
                  <c:v>11-20</c:v>
                </c:pt>
                <c:pt idx="315">
                  <c:v>11-21</c:v>
                </c:pt>
                <c:pt idx="316">
                  <c:v>11-22</c:v>
                </c:pt>
                <c:pt idx="317">
                  <c:v>11-23</c:v>
                </c:pt>
                <c:pt idx="318">
                  <c:v>11-24</c:v>
                </c:pt>
                <c:pt idx="319">
                  <c:v>11-25</c:v>
                </c:pt>
                <c:pt idx="320">
                  <c:v>11-26</c:v>
                </c:pt>
                <c:pt idx="321">
                  <c:v>11-27</c:v>
                </c:pt>
                <c:pt idx="322">
                  <c:v>11-28</c:v>
                </c:pt>
                <c:pt idx="323">
                  <c:v>11-29</c:v>
                </c:pt>
                <c:pt idx="324">
                  <c:v>11-30</c:v>
                </c:pt>
                <c:pt idx="325">
                  <c:v>12-1</c:v>
                </c:pt>
                <c:pt idx="326">
                  <c:v>12-2</c:v>
                </c:pt>
                <c:pt idx="327">
                  <c:v>12-3</c:v>
                </c:pt>
                <c:pt idx="328">
                  <c:v>12-4</c:v>
                </c:pt>
                <c:pt idx="329">
                  <c:v>12-5</c:v>
                </c:pt>
                <c:pt idx="330">
                  <c:v>12-6</c:v>
                </c:pt>
                <c:pt idx="331">
                  <c:v>12-7</c:v>
                </c:pt>
                <c:pt idx="332">
                  <c:v>12-8</c:v>
                </c:pt>
                <c:pt idx="333">
                  <c:v>12-9</c:v>
                </c:pt>
                <c:pt idx="334">
                  <c:v>12-10</c:v>
                </c:pt>
                <c:pt idx="335">
                  <c:v>12-11</c:v>
                </c:pt>
                <c:pt idx="336">
                  <c:v>12-12</c:v>
                </c:pt>
                <c:pt idx="337">
                  <c:v>12-13</c:v>
                </c:pt>
                <c:pt idx="338">
                  <c:v>12-14</c:v>
                </c:pt>
                <c:pt idx="339">
                  <c:v>12-15</c:v>
                </c:pt>
                <c:pt idx="340">
                  <c:v>12-16</c:v>
                </c:pt>
                <c:pt idx="341">
                  <c:v>12-17</c:v>
                </c:pt>
                <c:pt idx="342">
                  <c:v>12-18</c:v>
                </c:pt>
                <c:pt idx="343">
                  <c:v>12-19</c:v>
                </c:pt>
                <c:pt idx="344">
                  <c:v>12-20</c:v>
                </c:pt>
                <c:pt idx="345">
                  <c:v>12-21</c:v>
                </c:pt>
                <c:pt idx="346">
                  <c:v>12-22</c:v>
                </c:pt>
                <c:pt idx="347">
                  <c:v>12-23</c:v>
                </c:pt>
                <c:pt idx="348">
                  <c:v>12-24</c:v>
                </c:pt>
                <c:pt idx="349">
                  <c:v>12-25</c:v>
                </c:pt>
              </c:strCache>
            </c:strRef>
          </c:cat>
          <c:val>
            <c:numRef>
              <c:f>[1.1、日度跟踪666.xlsx]Sheet1!$N$3:$N$352</c:f>
              <c:numCache>
                <c:formatCode>General</c:formatCode>
                <c:ptCount val="350"/>
                <c:pt idx="8">
                  <c:v>89352</c:v>
                </c:pt>
                <c:pt idx="9">
                  <c:v>90043</c:v>
                </c:pt>
                <c:pt idx="10">
                  <c:v>92452</c:v>
                </c:pt>
                <c:pt idx="11">
                  <c:v>95417</c:v>
                </c:pt>
                <c:pt idx="12">
                  <c:v>100589</c:v>
                </c:pt>
                <c:pt idx="13">
                  <c:v>105679</c:v>
                </c:pt>
                <c:pt idx="14">
                  <c:v>104349</c:v>
                </c:pt>
                <c:pt idx="15">
                  <c:v>101718</c:v>
                </c:pt>
                <c:pt idx="16">
                  <c:v>102657</c:v>
                </c:pt>
                <c:pt idx="17">
                  <c:v>103769</c:v>
                </c:pt>
                <c:pt idx="18">
                  <c:v>106311</c:v>
                </c:pt>
                <c:pt idx="19">
                  <c:v>105214</c:v>
                </c:pt>
                <c:pt idx="20">
                  <c:v>105752</c:v>
                </c:pt>
                <c:pt idx="21">
                  <c:v>107653</c:v>
                </c:pt>
                <c:pt idx="22">
                  <c:v>108591</c:v>
                </c:pt>
                <c:pt idx="23">
                  <c:v>110884</c:v>
                </c:pt>
                <c:pt idx="24">
                  <c:v>110882</c:v>
                </c:pt>
                <c:pt idx="25">
                  <c:v>112791</c:v>
                </c:pt>
                <c:pt idx="26">
                  <c:v>112312</c:v>
                </c:pt>
                <c:pt idx="27">
                  <c:v>110900</c:v>
                </c:pt>
                <c:pt idx="28">
                  <c:v>112209</c:v>
                </c:pt>
                <c:pt idx="29">
                  <c:v>112676</c:v>
                </c:pt>
                <c:pt idx="30">
                  <c:v>112339</c:v>
                </c:pt>
                <c:pt idx="31">
                  <c:v>113489</c:v>
                </c:pt>
                <c:pt idx="32">
                  <c:v>109573</c:v>
                </c:pt>
                <c:pt idx="33">
                  <c:v>108625</c:v>
                </c:pt>
                <c:pt idx="34">
                  <c:v>108063</c:v>
                </c:pt>
                <c:pt idx="35">
                  <c:v>114375</c:v>
                </c:pt>
                <c:pt idx="36">
                  <c:v>113889</c:v>
                </c:pt>
                <c:pt idx="37">
                  <c:v>114511</c:v>
                </c:pt>
                <c:pt idx="38">
                  <c:v>115896</c:v>
                </c:pt>
                <c:pt idx="39">
                  <c:v>118246</c:v>
                </c:pt>
                <c:pt idx="40">
                  <c:v>116524</c:v>
                </c:pt>
                <c:pt idx="41">
                  <c:v>114345</c:v>
                </c:pt>
                <c:pt idx="42">
                  <c:v>111171</c:v>
                </c:pt>
                <c:pt idx="43">
                  <c:v>111885</c:v>
                </c:pt>
                <c:pt idx="44">
                  <c:v>113857</c:v>
                </c:pt>
                <c:pt idx="45">
                  <c:v>112050</c:v>
                </c:pt>
                <c:pt idx="46">
                  <c:v>115034</c:v>
                </c:pt>
                <c:pt idx="47">
                  <c:v>115095</c:v>
                </c:pt>
                <c:pt idx="48">
                  <c:v>113720</c:v>
                </c:pt>
                <c:pt idx="49">
                  <c:v>115325</c:v>
                </c:pt>
                <c:pt idx="50">
                  <c:v>116284</c:v>
                </c:pt>
                <c:pt idx="51">
                  <c:v>117446</c:v>
                </c:pt>
                <c:pt idx="52">
                  <c:v>120628</c:v>
                </c:pt>
                <c:pt idx="53">
                  <c:v>116558</c:v>
                </c:pt>
                <c:pt idx="54">
                  <c:v>117076</c:v>
                </c:pt>
                <c:pt idx="55">
                  <c:v>117993</c:v>
                </c:pt>
                <c:pt idx="56">
                  <c:v>119951</c:v>
                </c:pt>
                <c:pt idx="57">
                  <c:v>119292</c:v>
                </c:pt>
                <c:pt idx="58">
                  <c:v>118022</c:v>
                </c:pt>
                <c:pt idx="59">
                  <c:v>119447</c:v>
                </c:pt>
                <c:pt idx="60">
                  <c:v>119420</c:v>
                </c:pt>
                <c:pt idx="61">
                  <c:v>123721</c:v>
                </c:pt>
                <c:pt idx="62">
                  <c:v>123273</c:v>
                </c:pt>
                <c:pt idx="63">
                  <c:v>123162</c:v>
                </c:pt>
                <c:pt idx="64">
                  <c:v>119610</c:v>
                </c:pt>
                <c:pt idx="65">
                  <c:v>117088</c:v>
                </c:pt>
                <c:pt idx="66">
                  <c:v>115712</c:v>
                </c:pt>
                <c:pt idx="67">
                  <c:v>115775</c:v>
                </c:pt>
                <c:pt idx="68">
                  <c:v>115926</c:v>
                </c:pt>
                <c:pt idx="69">
                  <c:v>115069</c:v>
                </c:pt>
                <c:pt idx="70">
                  <c:v>116232</c:v>
                </c:pt>
                <c:pt idx="71">
                  <c:v>122887</c:v>
                </c:pt>
                <c:pt idx="72">
                  <c:v>122883</c:v>
                </c:pt>
                <c:pt idx="73">
                  <c:v>125614</c:v>
                </c:pt>
                <c:pt idx="74">
                  <c:v>125974</c:v>
                </c:pt>
                <c:pt idx="75">
                  <c:v>127595</c:v>
                </c:pt>
                <c:pt idx="76">
                  <c:v>127610</c:v>
                </c:pt>
                <c:pt idx="77">
                  <c:v>127666</c:v>
                </c:pt>
                <c:pt idx="78">
                  <c:v>122988</c:v>
                </c:pt>
                <c:pt idx="79">
                  <c:v>117676</c:v>
                </c:pt>
                <c:pt idx="80">
                  <c:v>108692</c:v>
                </c:pt>
                <c:pt idx="81">
                  <c:v>109900</c:v>
                </c:pt>
                <c:pt idx="82">
                  <c:v>109244</c:v>
                </c:pt>
                <c:pt idx="83">
                  <c:v>104114</c:v>
                </c:pt>
                <c:pt idx="84">
                  <c:v>107182</c:v>
                </c:pt>
                <c:pt idx="85">
                  <c:v>107203</c:v>
                </c:pt>
                <c:pt idx="86">
                  <c:v>108660</c:v>
                </c:pt>
                <c:pt idx="88">
                  <c:v>112726</c:v>
                </c:pt>
                <c:pt idx="89">
                  <c:v>117533</c:v>
                </c:pt>
                <c:pt idx="90">
                  <c:v>113012</c:v>
                </c:pt>
                <c:pt idx="91">
                  <c:v>112458</c:v>
                </c:pt>
                <c:pt idx="92">
                  <c:v>111105</c:v>
                </c:pt>
                <c:pt idx="93">
                  <c:v>109993</c:v>
                </c:pt>
                <c:pt idx="94">
                  <c:v>110293</c:v>
                </c:pt>
                <c:pt idx="95">
                  <c:v>111073</c:v>
                </c:pt>
                <c:pt idx="96">
                  <c:v>113349</c:v>
                </c:pt>
                <c:pt idx="97">
                  <c:v>111476</c:v>
                </c:pt>
                <c:pt idx="98">
                  <c:v>110721</c:v>
                </c:pt>
                <c:pt idx="99">
                  <c:v>116920</c:v>
                </c:pt>
                <c:pt idx="100">
                  <c:v>116830</c:v>
                </c:pt>
                <c:pt idx="101">
                  <c:v>117871</c:v>
                </c:pt>
                <c:pt idx="102">
                  <c:v>117024</c:v>
                </c:pt>
                <c:pt idx="103">
                  <c:v>117629</c:v>
                </c:pt>
                <c:pt idx="104">
                  <c:v>117843</c:v>
                </c:pt>
                <c:pt idx="105">
                  <c:v>119099</c:v>
                </c:pt>
                <c:pt idx="106">
                  <c:v>121504</c:v>
                </c:pt>
                <c:pt idx="107">
                  <c:v>122471</c:v>
                </c:pt>
                <c:pt idx="108">
                  <c:v>124346</c:v>
                </c:pt>
                <c:pt idx="109">
                  <c:v>124355</c:v>
                </c:pt>
                <c:pt idx="110">
                  <c:v>124983</c:v>
                </c:pt>
                <c:pt idx="111">
                  <c:v>123866</c:v>
                </c:pt>
                <c:pt idx="112">
                  <c:v>123900</c:v>
                </c:pt>
                <c:pt idx="113">
                  <c:v>124749</c:v>
                </c:pt>
                <c:pt idx="114">
                  <c:v>124536</c:v>
                </c:pt>
                <c:pt idx="115">
                  <c:v>125406</c:v>
                </c:pt>
                <c:pt idx="116">
                  <c:v>124292</c:v>
                </c:pt>
                <c:pt idx="117">
                  <c:v>126574</c:v>
                </c:pt>
                <c:pt idx="118">
                  <c:v>127496</c:v>
                </c:pt>
                <c:pt idx="119">
                  <c:v>131417</c:v>
                </c:pt>
                <c:pt idx="120">
                  <c:v>133900</c:v>
                </c:pt>
                <c:pt idx="121">
                  <c:v>137155</c:v>
                </c:pt>
                <c:pt idx="122">
                  <c:v>134523</c:v>
                </c:pt>
                <c:pt idx="123">
                  <c:v>129397</c:v>
                </c:pt>
                <c:pt idx="124">
                  <c:v>127181</c:v>
                </c:pt>
                <c:pt idx="125">
                  <c:v>127641</c:v>
                </c:pt>
                <c:pt idx="126">
                  <c:v>126113</c:v>
                </c:pt>
                <c:pt idx="127">
                  <c:v>125558</c:v>
                </c:pt>
                <c:pt idx="128">
                  <c:v>125713</c:v>
                </c:pt>
                <c:pt idx="129">
                  <c:v>124670</c:v>
                </c:pt>
                <c:pt idx="130">
                  <c:v>126291</c:v>
                </c:pt>
                <c:pt idx="131">
                  <c:v>124667</c:v>
                </c:pt>
                <c:pt idx="132">
                  <c:v>124731</c:v>
                </c:pt>
                <c:pt idx="133">
                  <c:v>124695</c:v>
                </c:pt>
                <c:pt idx="134">
                  <c:v>124632</c:v>
                </c:pt>
                <c:pt idx="135">
                  <c:v>124295</c:v>
                </c:pt>
                <c:pt idx="136">
                  <c:v>122741</c:v>
                </c:pt>
                <c:pt idx="137">
                  <c:v>123947</c:v>
                </c:pt>
                <c:pt idx="138">
                  <c:v>124166</c:v>
                </c:pt>
                <c:pt idx="139">
                  <c:v>124294</c:v>
                </c:pt>
                <c:pt idx="140">
                  <c:v>123196</c:v>
                </c:pt>
                <c:pt idx="141">
                  <c:v>123140</c:v>
                </c:pt>
                <c:pt idx="142">
                  <c:v>121354</c:v>
                </c:pt>
                <c:pt idx="143">
                  <c:v>119265</c:v>
                </c:pt>
                <c:pt idx="144">
                  <c:v>118651</c:v>
                </c:pt>
                <c:pt idx="145">
                  <c:v>115729</c:v>
                </c:pt>
                <c:pt idx="147">
                  <c:v>113201</c:v>
                </c:pt>
                <c:pt idx="148">
                  <c:v>114676</c:v>
                </c:pt>
                <c:pt idx="149">
                  <c:v>112424</c:v>
                </c:pt>
                <c:pt idx="150">
                  <c:v>111358</c:v>
                </c:pt>
                <c:pt idx="151">
                  <c:v>111564</c:v>
                </c:pt>
                <c:pt idx="152">
                  <c:v>109284</c:v>
                </c:pt>
                <c:pt idx="153">
                  <c:v>105767</c:v>
                </c:pt>
                <c:pt idx="154">
                  <c:v>101720</c:v>
                </c:pt>
                <c:pt idx="155">
                  <c:v>101276</c:v>
                </c:pt>
                <c:pt idx="156">
                  <c:v>101534</c:v>
                </c:pt>
                <c:pt idx="157">
                  <c:v>100209</c:v>
                </c:pt>
                <c:pt idx="158">
                  <c:v>100619</c:v>
                </c:pt>
                <c:pt idx="159">
                  <c:v>98814</c:v>
                </c:pt>
                <c:pt idx="160">
                  <c:v>97884</c:v>
                </c:pt>
                <c:pt idx="161">
                  <c:v>95518</c:v>
                </c:pt>
                <c:pt idx="162">
                  <c:v>95916</c:v>
                </c:pt>
                <c:pt idx="163">
                  <c:v>98050</c:v>
                </c:pt>
                <c:pt idx="164">
                  <c:v>96429</c:v>
                </c:pt>
                <c:pt idx="165">
                  <c:v>97640</c:v>
                </c:pt>
                <c:pt idx="166">
                  <c:v>98868</c:v>
                </c:pt>
                <c:pt idx="167">
                  <c:v>97073</c:v>
                </c:pt>
                <c:pt idx="168">
                  <c:v>95763</c:v>
                </c:pt>
                <c:pt idx="169">
                  <c:v>94633</c:v>
                </c:pt>
                <c:pt idx="170">
                  <c:v>93239</c:v>
                </c:pt>
                <c:pt idx="171">
                  <c:v>91966</c:v>
                </c:pt>
                <c:pt idx="172">
                  <c:v>92080</c:v>
                </c:pt>
                <c:pt idx="173">
                  <c:v>90705</c:v>
                </c:pt>
                <c:pt idx="174">
                  <c:v>89977</c:v>
                </c:pt>
                <c:pt idx="175">
                  <c:v>89725</c:v>
                </c:pt>
                <c:pt idx="176">
                  <c:v>88625</c:v>
                </c:pt>
                <c:pt idx="177">
                  <c:v>88249</c:v>
                </c:pt>
                <c:pt idx="178">
                  <c:v>88394</c:v>
                </c:pt>
                <c:pt idx="179">
                  <c:v>89386</c:v>
                </c:pt>
                <c:pt idx="180">
                  <c:v>89949</c:v>
                </c:pt>
                <c:pt idx="181">
                  <c:v>89212</c:v>
                </c:pt>
                <c:pt idx="182">
                  <c:v>89465</c:v>
                </c:pt>
                <c:pt idx="183">
                  <c:v>89862</c:v>
                </c:pt>
                <c:pt idx="184">
                  <c:v>89801</c:v>
                </c:pt>
                <c:pt idx="185">
                  <c:v>90654</c:v>
                </c:pt>
                <c:pt idx="186">
                  <c:v>91941</c:v>
                </c:pt>
                <c:pt idx="187">
                  <c:v>90711</c:v>
                </c:pt>
                <c:pt idx="188">
                  <c:v>91738</c:v>
                </c:pt>
                <c:pt idx="189">
                  <c:v>92913</c:v>
                </c:pt>
                <c:pt idx="190">
                  <c:v>95563</c:v>
                </c:pt>
                <c:pt idx="191">
                  <c:v>103091</c:v>
                </c:pt>
                <c:pt idx="192">
                  <c:v>97090</c:v>
                </c:pt>
                <c:pt idx="193">
                  <c:v>98547</c:v>
                </c:pt>
                <c:pt idx="194">
                  <c:v>96491</c:v>
                </c:pt>
                <c:pt idx="195">
                  <c:v>96115</c:v>
                </c:pt>
                <c:pt idx="196">
                  <c:v>98430</c:v>
                </c:pt>
                <c:pt idx="197">
                  <c:v>98461</c:v>
                </c:pt>
                <c:pt idx="198">
                  <c:v>99540</c:v>
                </c:pt>
                <c:pt idx="199">
                  <c:v>97155</c:v>
                </c:pt>
                <c:pt idx="200">
                  <c:v>99279</c:v>
                </c:pt>
                <c:pt idx="201">
                  <c:v>96822</c:v>
                </c:pt>
                <c:pt idx="202">
                  <c:v>97195</c:v>
                </c:pt>
                <c:pt idx="203">
                  <c:v>98483</c:v>
                </c:pt>
                <c:pt idx="204">
                  <c:v>100941</c:v>
                </c:pt>
                <c:pt idx="206">
                  <c:v>100142</c:v>
                </c:pt>
                <c:pt idx="207">
                  <c:v>99141</c:v>
                </c:pt>
                <c:pt idx="208">
                  <c:v>100573</c:v>
                </c:pt>
                <c:pt idx="209">
                  <c:v>100183</c:v>
                </c:pt>
                <c:pt idx="210">
                  <c:v>100783</c:v>
                </c:pt>
                <c:pt idx="211">
                  <c:v>99668</c:v>
                </c:pt>
                <c:pt idx="212">
                  <c:v>100218</c:v>
                </c:pt>
                <c:pt idx="213">
                  <c:v>102410</c:v>
                </c:pt>
                <c:pt idx="214">
                  <c:v>102175</c:v>
                </c:pt>
                <c:pt idx="215">
                  <c:v>104857</c:v>
                </c:pt>
                <c:pt idx="216">
                  <c:v>104896</c:v>
                </c:pt>
                <c:pt idx="217">
                  <c:v>107623</c:v>
                </c:pt>
                <c:pt idx="218">
                  <c:v>122268</c:v>
                </c:pt>
                <c:pt idx="219">
                  <c:v>126623</c:v>
                </c:pt>
                <c:pt idx="220">
                  <c:v>119102</c:v>
                </c:pt>
                <c:pt idx="221">
                  <c:v>116308</c:v>
                </c:pt>
                <c:pt idx="222">
                  <c:v>118953</c:v>
                </c:pt>
                <c:pt idx="223">
                  <c:v>104211</c:v>
                </c:pt>
                <c:pt idx="224">
                  <c:v>102919</c:v>
                </c:pt>
                <c:pt idx="225">
                  <c:v>103164</c:v>
                </c:pt>
                <c:pt idx="226">
                  <c:v>105095</c:v>
                </c:pt>
                <c:pt idx="227">
                  <c:v>106063</c:v>
                </c:pt>
                <c:pt idx="228">
                  <c:v>106709</c:v>
                </c:pt>
                <c:pt idx="229">
                  <c:v>107788</c:v>
                </c:pt>
                <c:pt idx="230">
                  <c:v>106556</c:v>
                </c:pt>
                <c:pt idx="231">
                  <c:v>104498</c:v>
                </c:pt>
                <c:pt idx="232">
                  <c:v>103483</c:v>
                </c:pt>
                <c:pt idx="233">
                  <c:v>102838</c:v>
                </c:pt>
                <c:pt idx="234">
                  <c:v>101645</c:v>
                </c:pt>
                <c:pt idx="235">
                  <c:v>100762</c:v>
                </c:pt>
                <c:pt idx="236">
                  <c:v>103690</c:v>
                </c:pt>
                <c:pt idx="237">
                  <c:v>102563</c:v>
                </c:pt>
                <c:pt idx="238">
                  <c:v>101015</c:v>
                </c:pt>
                <c:pt idx="239">
                  <c:v>102991</c:v>
                </c:pt>
                <c:pt idx="240">
                  <c:v>108466</c:v>
                </c:pt>
                <c:pt idx="241">
                  <c:v>113685</c:v>
                </c:pt>
                <c:pt idx="242">
                  <c:v>117380</c:v>
                </c:pt>
                <c:pt idx="243">
                  <c:v>118933</c:v>
                </c:pt>
                <c:pt idx="244">
                  <c:v>114368</c:v>
                </c:pt>
                <c:pt idx="245">
                  <c:v>108422</c:v>
                </c:pt>
                <c:pt idx="246">
                  <c:v>107080</c:v>
                </c:pt>
                <c:pt idx="247">
                  <c:v>108274</c:v>
                </c:pt>
                <c:pt idx="248">
                  <c:v>109038</c:v>
                </c:pt>
                <c:pt idx="249">
                  <c:v>110002</c:v>
                </c:pt>
                <c:pt idx="250">
                  <c:v>108893</c:v>
                </c:pt>
                <c:pt idx="251">
                  <c:v>109051</c:v>
                </c:pt>
                <c:pt idx="252">
                  <c:v>109000</c:v>
                </c:pt>
                <c:pt idx="253">
                  <c:v>107826</c:v>
                </c:pt>
                <c:pt idx="254">
                  <c:v>107535</c:v>
                </c:pt>
                <c:pt idx="255">
                  <c:v>111834</c:v>
                </c:pt>
                <c:pt idx="256">
                  <c:v>109876</c:v>
                </c:pt>
                <c:pt idx="257">
                  <c:v>109918</c:v>
                </c:pt>
                <c:pt idx="258">
                  <c:v>107953</c:v>
                </c:pt>
                <c:pt idx="259">
                  <c:v>109248</c:v>
                </c:pt>
                <c:pt idx="260">
                  <c:v>107820</c:v>
                </c:pt>
                <c:pt idx="261">
                  <c:v>107478</c:v>
                </c:pt>
                <c:pt idx="262">
                  <c:v>105640</c:v>
                </c:pt>
                <c:pt idx="263">
                  <c:v>103560</c:v>
                </c:pt>
                <c:pt idx="264">
                  <c:v>106931</c:v>
                </c:pt>
                <c:pt idx="265">
                  <c:v>107014</c:v>
                </c:pt>
                <c:pt idx="266">
                  <c:v>105395</c:v>
                </c:pt>
                <c:pt idx="267">
                  <c:v>105948</c:v>
                </c:pt>
                <c:pt idx="268">
                  <c:v>106571</c:v>
                </c:pt>
                <c:pt idx="269">
                  <c:v>106100</c:v>
                </c:pt>
                <c:pt idx="270">
                  <c:v>102748</c:v>
                </c:pt>
                <c:pt idx="271">
                  <c:v>103572</c:v>
                </c:pt>
                <c:pt idx="272">
                  <c:v>104379</c:v>
                </c:pt>
                <c:pt idx="273">
                  <c:v>104212</c:v>
                </c:pt>
                <c:pt idx="274">
                  <c:v>104000</c:v>
                </c:pt>
                <c:pt idx="275">
                  <c:v>102988</c:v>
                </c:pt>
                <c:pt idx="276">
                  <c:v>104102</c:v>
                </c:pt>
                <c:pt idx="277">
                  <c:v>105219</c:v>
                </c:pt>
                <c:pt idx="278">
                  <c:v>106428</c:v>
                </c:pt>
                <c:pt idx="279">
                  <c:v>104833</c:v>
                </c:pt>
                <c:pt idx="280">
                  <c:v>104609</c:v>
                </c:pt>
                <c:pt idx="281">
                  <c:v>106366</c:v>
                </c:pt>
                <c:pt idx="282">
                  <c:v>107013</c:v>
                </c:pt>
                <c:pt idx="283">
                  <c:v>107074</c:v>
                </c:pt>
                <c:pt idx="284">
                  <c:v>106615</c:v>
                </c:pt>
                <c:pt idx="285">
                  <c:v>107747</c:v>
                </c:pt>
                <c:pt idx="286">
                  <c:v>106978</c:v>
                </c:pt>
                <c:pt idx="287">
                  <c:v>107341</c:v>
                </c:pt>
                <c:pt idx="288">
                  <c:v>106621</c:v>
                </c:pt>
                <c:pt idx="289">
                  <c:v>105067</c:v>
                </c:pt>
                <c:pt idx="290">
                  <c:v>105210</c:v>
                </c:pt>
                <c:pt idx="291">
                  <c:v>106578</c:v>
                </c:pt>
                <c:pt idx="292">
                  <c:v>108094</c:v>
                </c:pt>
                <c:pt idx="293">
                  <c:v>107666</c:v>
                </c:pt>
                <c:pt idx="294">
                  <c:v>107562</c:v>
                </c:pt>
                <c:pt idx="295">
                  <c:v>107246</c:v>
                </c:pt>
                <c:pt idx="296">
                  <c:v>105837</c:v>
                </c:pt>
                <c:pt idx="297">
                  <c:v>104948</c:v>
                </c:pt>
                <c:pt idx="298">
                  <c:v>113410</c:v>
                </c:pt>
                <c:pt idx="299">
                  <c:v>120233</c:v>
                </c:pt>
                <c:pt idx="300">
                  <c:v>124086</c:v>
                </c:pt>
                <c:pt idx="301">
                  <c:v>127459</c:v>
                </c:pt>
                <c:pt idx="302">
                  <c:v>130846</c:v>
                </c:pt>
                <c:pt idx="303">
                  <c:v>129409</c:v>
                </c:pt>
                <c:pt idx="304">
                  <c:v>130098</c:v>
                </c:pt>
                <c:pt idx="305">
                  <c:v>131830</c:v>
                </c:pt>
                <c:pt idx="306">
                  <c:v>135461</c:v>
                </c:pt>
                <c:pt idx="307">
                  <c:v>137425</c:v>
                </c:pt>
                <c:pt idx="308">
                  <c:v>138146</c:v>
                </c:pt>
                <c:pt idx="309">
                  <c:v>138813</c:v>
                </c:pt>
                <c:pt idx="310">
                  <c:v>143178</c:v>
                </c:pt>
                <c:pt idx="311">
                  <c:v>139686</c:v>
                </c:pt>
                <c:pt idx="312">
                  <c:v>139348</c:v>
                </c:pt>
                <c:pt idx="313">
                  <c:v>141730</c:v>
                </c:pt>
                <c:pt idx="314">
                  <c:v>141299</c:v>
                </c:pt>
                <c:pt idx="315">
                  <c:v>143084</c:v>
                </c:pt>
                <c:pt idx="316">
                  <c:v>145985</c:v>
                </c:pt>
                <c:pt idx="317">
                  <c:v>148943</c:v>
                </c:pt>
                <c:pt idx="318">
                  <c:v>156144</c:v>
                </c:pt>
                <c:pt idx="319">
                  <c:v>156803</c:v>
                </c:pt>
                <c:pt idx="320">
                  <c:v>155262</c:v>
                </c:pt>
                <c:pt idx="321">
                  <c:v>155428</c:v>
                </c:pt>
                <c:pt idx="322">
                  <c:v>155603</c:v>
                </c:pt>
                <c:pt idx="323">
                  <c:v>157161</c:v>
                </c:pt>
                <c:pt idx="325">
                  <c:v>155484</c:v>
                </c:pt>
                <c:pt idx="326">
                  <c:v>161421</c:v>
                </c:pt>
                <c:pt idx="327">
                  <c:v>159449</c:v>
                </c:pt>
                <c:pt idx="328">
                  <c:v>160023</c:v>
                </c:pt>
                <c:pt idx="329">
                  <c:v>165226</c:v>
                </c:pt>
                <c:pt idx="330">
                  <c:v>175692</c:v>
                </c:pt>
                <c:pt idx="331">
                  <c:v>174965</c:v>
                </c:pt>
                <c:pt idx="332">
                  <c:v>172849</c:v>
                </c:pt>
                <c:pt idx="333">
                  <c:v>177298</c:v>
                </c:pt>
                <c:pt idx="334">
                  <c:v>184392</c:v>
                </c:pt>
                <c:pt idx="335">
                  <c:v>192718</c:v>
                </c:pt>
                <c:pt idx="336">
                  <c:v>192689</c:v>
                </c:pt>
                <c:pt idx="337">
                  <c:v>193013</c:v>
                </c:pt>
                <c:pt idx="338">
                  <c:v>192319</c:v>
                </c:pt>
                <c:pt idx="339">
                  <c:v>192894</c:v>
                </c:pt>
                <c:pt idx="340">
                  <c:v>193400</c:v>
                </c:pt>
                <c:pt idx="341">
                  <c:v>220224</c:v>
                </c:pt>
                <c:pt idx="342">
                  <c:v>237608</c:v>
                </c:pt>
                <c:pt idx="343">
                  <c:v>249566</c:v>
                </c:pt>
                <c:pt idx="344">
                  <c:v>240974</c:v>
                </c:pt>
                <c:pt idx="345">
                  <c:v>244918</c:v>
                </c:pt>
                <c:pt idx="346">
                  <c:v>246450</c:v>
                </c:pt>
                <c:pt idx="347">
                  <c:v>245504</c:v>
                </c:pt>
                <c:pt idx="348">
                  <c:v>274026</c:v>
                </c:pt>
                <c:pt idx="349">
                  <c:v>285387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[1.1、日度跟踪666.xlsx]Sheet1!$O$2</c:f>
              <c:strCache>
                <c:ptCount val="1"/>
                <c:pt idx="0">
                  <c:v>2023年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[1.1、日度跟踪666.xlsx]Sheet1!$K$3:$K$352</c:f>
              <c:strCache>
                <c:ptCount val="350"/>
                <c:pt idx="0">
                  <c:v>1-1</c:v>
                </c:pt>
                <c:pt idx="1">
                  <c:v>1-2</c:v>
                </c:pt>
                <c:pt idx="2">
                  <c:v>1-3</c:v>
                </c:pt>
                <c:pt idx="3">
                  <c:v>1-4</c:v>
                </c:pt>
                <c:pt idx="4">
                  <c:v>1-5</c:v>
                </c:pt>
                <c:pt idx="5">
                  <c:v>1-6</c:v>
                </c:pt>
                <c:pt idx="6">
                  <c:v>1-7</c:v>
                </c:pt>
                <c:pt idx="7">
                  <c:v>1-8</c:v>
                </c:pt>
                <c:pt idx="8">
                  <c:v>1-9</c:v>
                </c:pt>
                <c:pt idx="9">
                  <c:v>1-10</c:v>
                </c:pt>
                <c:pt idx="10">
                  <c:v>1-11</c:v>
                </c:pt>
                <c:pt idx="11">
                  <c:v>1-12</c:v>
                </c:pt>
                <c:pt idx="12">
                  <c:v>1-13</c:v>
                </c:pt>
                <c:pt idx="13">
                  <c:v>1-14</c:v>
                </c:pt>
                <c:pt idx="14">
                  <c:v>1-15</c:v>
                </c:pt>
                <c:pt idx="15">
                  <c:v>1-16</c:v>
                </c:pt>
                <c:pt idx="16">
                  <c:v>1-17</c:v>
                </c:pt>
                <c:pt idx="17">
                  <c:v>1-18</c:v>
                </c:pt>
                <c:pt idx="18">
                  <c:v>1-19</c:v>
                </c:pt>
                <c:pt idx="19">
                  <c:v>1-20</c:v>
                </c:pt>
                <c:pt idx="20">
                  <c:v>1-21</c:v>
                </c:pt>
                <c:pt idx="21">
                  <c:v>1-22</c:v>
                </c:pt>
                <c:pt idx="22">
                  <c:v>1-23</c:v>
                </c:pt>
                <c:pt idx="23">
                  <c:v>1-24</c:v>
                </c:pt>
                <c:pt idx="24">
                  <c:v>1-25</c:v>
                </c:pt>
                <c:pt idx="25">
                  <c:v>1-26</c:v>
                </c:pt>
                <c:pt idx="26">
                  <c:v>1-27</c:v>
                </c:pt>
                <c:pt idx="27">
                  <c:v>1-28</c:v>
                </c:pt>
                <c:pt idx="28">
                  <c:v>1-29</c:v>
                </c:pt>
                <c:pt idx="29">
                  <c:v>2-1</c:v>
                </c:pt>
                <c:pt idx="30">
                  <c:v>2-2</c:v>
                </c:pt>
                <c:pt idx="31">
                  <c:v>2-3</c:v>
                </c:pt>
                <c:pt idx="32">
                  <c:v>2-4</c:v>
                </c:pt>
                <c:pt idx="33">
                  <c:v>2-5</c:v>
                </c:pt>
                <c:pt idx="34">
                  <c:v>2-6</c:v>
                </c:pt>
                <c:pt idx="35">
                  <c:v>2-7</c:v>
                </c:pt>
                <c:pt idx="36">
                  <c:v>2-8</c:v>
                </c:pt>
                <c:pt idx="37">
                  <c:v>2-9</c:v>
                </c:pt>
                <c:pt idx="38">
                  <c:v>2-10</c:v>
                </c:pt>
                <c:pt idx="39">
                  <c:v>2-11</c:v>
                </c:pt>
                <c:pt idx="40">
                  <c:v>2-12</c:v>
                </c:pt>
                <c:pt idx="41">
                  <c:v>2-13</c:v>
                </c:pt>
                <c:pt idx="42">
                  <c:v>2-14</c:v>
                </c:pt>
                <c:pt idx="43">
                  <c:v>2-15</c:v>
                </c:pt>
                <c:pt idx="44">
                  <c:v>2-16</c:v>
                </c:pt>
                <c:pt idx="45">
                  <c:v>2-17</c:v>
                </c:pt>
                <c:pt idx="46">
                  <c:v>2-18</c:v>
                </c:pt>
                <c:pt idx="47">
                  <c:v>2-19</c:v>
                </c:pt>
                <c:pt idx="48">
                  <c:v>2-20</c:v>
                </c:pt>
                <c:pt idx="49">
                  <c:v>2-21</c:v>
                </c:pt>
                <c:pt idx="50">
                  <c:v>2-22</c:v>
                </c:pt>
                <c:pt idx="51">
                  <c:v>2-23</c:v>
                </c:pt>
                <c:pt idx="52">
                  <c:v>2-24</c:v>
                </c:pt>
                <c:pt idx="53">
                  <c:v>2-25</c:v>
                </c:pt>
                <c:pt idx="54">
                  <c:v>2-26</c:v>
                </c:pt>
                <c:pt idx="55">
                  <c:v>2-27</c:v>
                </c:pt>
                <c:pt idx="56">
                  <c:v>2-28</c:v>
                </c:pt>
                <c:pt idx="57">
                  <c:v>2-29</c:v>
                </c:pt>
                <c:pt idx="58">
                  <c:v>2-30</c:v>
                </c:pt>
                <c:pt idx="59">
                  <c:v>3-1</c:v>
                </c:pt>
                <c:pt idx="60">
                  <c:v>3-2</c:v>
                </c:pt>
                <c:pt idx="61">
                  <c:v>3-3</c:v>
                </c:pt>
                <c:pt idx="62">
                  <c:v>3-4</c:v>
                </c:pt>
                <c:pt idx="63">
                  <c:v>3-5</c:v>
                </c:pt>
                <c:pt idx="64">
                  <c:v>3-6</c:v>
                </c:pt>
                <c:pt idx="65">
                  <c:v>3-7</c:v>
                </c:pt>
                <c:pt idx="66">
                  <c:v>3-8</c:v>
                </c:pt>
                <c:pt idx="67">
                  <c:v>3-9</c:v>
                </c:pt>
                <c:pt idx="68">
                  <c:v>3-10</c:v>
                </c:pt>
                <c:pt idx="69">
                  <c:v>3-11</c:v>
                </c:pt>
                <c:pt idx="70">
                  <c:v>3-12</c:v>
                </c:pt>
                <c:pt idx="71">
                  <c:v>3-13</c:v>
                </c:pt>
                <c:pt idx="72">
                  <c:v>3-14</c:v>
                </c:pt>
                <c:pt idx="73">
                  <c:v>3-15</c:v>
                </c:pt>
                <c:pt idx="74">
                  <c:v>3-16</c:v>
                </c:pt>
                <c:pt idx="75">
                  <c:v>3-17</c:v>
                </c:pt>
                <c:pt idx="76">
                  <c:v>3-18</c:v>
                </c:pt>
                <c:pt idx="77">
                  <c:v>3-19</c:v>
                </c:pt>
                <c:pt idx="78">
                  <c:v>3-20</c:v>
                </c:pt>
                <c:pt idx="79">
                  <c:v>3-21</c:v>
                </c:pt>
                <c:pt idx="80">
                  <c:v>3-22</c:v>
                </c:pt>
                <c:pt idx="81">
                  <c:v>3-23</c:v>
                </c:pt>
                <c:pt idx="82">
                  <c:v>3-24</c:v>
                </c:pt>
                <c:pt idx="83">
                  <c:v>3-25</c:v>
                </c:pt>
                <c:pt idx="84">
                  <c:v>3-26</c:v>
                </c:pt>
                <c:pt idx="85">
                  <c:v>3-27</c:v>
                </c:pt>
                <c:pt idx="86">
                  <c:v>3-28</c:v>
                </c:pt>
                <c:pt idx="87">
                  <c:v>3-29</c:v>
                </c:pt>
                <c:pt idx="88">
                  <c:v>4-1</c:v>
                </c:pt>
                <c:pt idx="89">
                  <c:v>4-2</c:v>
                </c:pt>
                <c:pt idx="90">
                  <c:v>4-3</c:v>
                </c:pt>
                <c:pt idx="91">
                  <c:v>4-4</c:v>
                </c:pt>
                <c:pt idx="92">
                  <c:v>4-5</c:v>
                </c:pt>
                <c:pt idx="93">
                  <c:v>4-6</c:v>
                </c:pt>
                <c:pt idx="94">
                  <c:v>4-7</c:v>
                </c:pt>
                <c:pt idx="95">
                  <c:v>4-8</c:v>
                </c:pt>
                <c:pt idx="96">
                  <c:v>4-9</c:v>
                </c:pt>
                <c:pt idx="97">
                  <c:v>4-10</c:v>
                </c:pt>
                <c:pt idx="98">
                  <c:v>4-11</c:v>
                </c:pt>
                <c:pt idx="99">
                  <c:v>4-12</c:v>
                </c:pt>
                <c:pt idx="100">
                  <c:v>4-13</c:v>
                </c:pt>
                <c:pt idx="101">
                  <c:v>4-14</c:v>
                </c:pt>
                <c:pt idx="102">
                  <c:v>4-15</c:v>
                </c:pt>
                <c:pt idx="103">
                  <c:v>4-16</c:v>
                </c:pt>
                <c:pt idx="104">
                  <c:v>4-17</c:v>
                </c:pt>
                <c:pt idx="105">
                  <c:v>4-18</c:v>
                </c:pt>
                <c:pt idx="106">
                  <c:v>4-19</c:v>
                </c:pt>
                <c:pt idx="107">
                  <c:v>4-20</c:v>
                </c:pt>
                <c:pt idx="108">
                  <c:v>4-21</c:v>
                </c:pt>
                <c:pt idx="109">
                  <c:v>4-22</c:v>
                </c:pt>
                <c:pt idx="110">
                  <c:v>4-23</c:v>
                </c:pt>
                <c:pt idx="111">
                  <c:v>4-24</c:v>
                </c:pt>
                <c:pt idx="112">
                  <c:v>4-25</c:v>
                </c:pt>
                <c:pt idx="113">
                  <c:v>4-26</c:v>
                </c:pt>
                <c:pt idx="114">
                  <c:v>4-27</c:v>
                </c:pt>
                <c:pt idx="115">
                  <c:v>4-28</c:v>
                </c:pt>
                <c:pt idx="116">
                  <c:v>4-29</c:v>
                </c:pt>
                <c:pt idx="117">
                  <c:v>5-1</c:v>
                </c:pt>
                <c:pt idx="118">
                  <c:v>5-2</c:v>
                </c:pt>
                <c:pt idx="119">
                  <c:v>5-3</c:v>
                </c:pt>
                <c:pt idx="120">
                  <c:v>5-4</c:v>
                </c:pt>
                <c:pt idx="121">
                  <c:v>5-5</c:v>
                </c:pt>
                <c:pt idx="122">
                  <c:v>5-6</c:v>
                </c:pt>
                <c:pt idx="123">
                  <c:v>5-7</c:v>
                </c:pt>
                <c:pt idx="124">
                  <c:v>5-8</c:v>
                </c:pt>
                <c:pt idx="125">
                  <c:v>5-9</c:v>
                </c:pt>
                <c:pt idx="126">
                  <c:v>5-10</c:v>
                </c:pt>
                <c:pt idx="127">
                  <c:v>5-11</c:v>
                </c:pt>
                <c:pt idx="128">
                  <c:v>5-12</c:v>
                </c:pt>
                <c:pt idx="129">
                  <c:v>5-13</c:v>
                </c:pt>
                <c:pt idx="130">
                  <c:v>5-14</c:v>
                </c:pt>
                <c:pt idx="131">
                  <c:v>5-15</c:v>
                </c:pt>
                <c:pt idx="132">
                  <c:v>5-16</c:v>
                </c:pt>
                <c:pt idx="133">
                  <c:v>5-17</c:v>
                </c:pt>
                <c:pt idx="134">
                  <c:v>5-18</c:v>
                </c:pt>
                <c:pt idx="135">
                  <c:v>5-19</c:v>
                </c:pt>
                <c:pt idx="136">
                  <c:v>5-20</c:v>
                </c:pt>
                <c:pt idx="137">
                  <c:v>5-21</c:v>
                </c:pt>
                <c:pt idx="138">
                  <c:v>5-22</c:v>
                </c:pt>
                <c:pt idx="139">
                  <c:v>5-23</c:v>
                </c:pt>
                <c:pt idx="140">
                  <c:v>5-24</c:v>
                </c:pt>
                <c:pt idx="141">
                  <c:v>5-25</c:v>
                </c:pt>
                <c:pt idx="142">
                  <c:v>5-26</c:v>
                </c:pt>
                <c:pt idx="143">
                  <c:v>5-27</c:v>
                </c:pt>
                <c:pt idx="144">
                  <c:v>5-28</c:v>
                </c:pt>
                <c:pt idx="145">
                  <c:v>5-29</c:v>
                </c:pt>
                <c:pt idx="146">
                  <c:v>5-30</c:v>
                </c:pt>
                <c:pt idx="147">
                  <c:v>6-1</c:v>
                </c:pt>
                <c:pt idx="148">
                  <c:v>6-2</c:v>
                </c:pt>
                <c:pt idx="149">
                  <c:v>6-3</c:v>
                </c:pt>
                <c:pt idx="150">
                  <c:v>6-4</c:v>
                </c:pt>
                <c:pt idx="151">
                  <c:v>6-5</c:v>
                </c:pt>
                <c:pt idx="152">
                  <c:v>6-6</c:v>
                </c:pt>
                <c:pt idx="153">
                  <c:v>6-7</c:v>
                </c:pt>
                <c:pt idx="154">
                  <c:v>6-8</c:v>
                </c:pt>
                <c:pt idx="155">
                  <c:v>6-9</c:v>
                </c:pt>
                <c:pt idx="156">
                  <c:v>6-10</c:v>
                </c:pt>
                <c:pt idx="157">
                  <c:v>6-11</c:v>
                </c:pt>
                <c:pt idx="158">
                  <c:v>6-12</c:v>
                </c:pt>
                <c:pt idx="159">
                  <c:v>6-13</c:v>
                </c:pt>
                <c:pt idx="160">
                  <c:v>6-14</c:v>
                </c:pt>
                <c:pt idx="161">
                  <c:v>6-15</c:v>
                </c:pt>
                <c:pt idx="162">
                  <c:v>6-16</c:v>
                </c:pt>
                <c:pt idx="163">
                  <c:v>6-17</c:v>
                </c:pt>
                <c:pt idx="164">
                  <c:v>6-18</c:v>
                </c:pt>
                <c:pt idx="165">
                  <c:v>6-19</c:v>
                </c:pt>
                <c:pt idx="166">
                  <c:v>6-20</c:v>
                </c:pt>
                <c:pt idx="167">
                  <c:v>6-21</c:v>
                </c:pt>
                <c:pt idx="168">
                  <c:v>6-22</c:v>
                </c:pt>
                <c:pt idx="169">
                  <c:v>6-23</c:v>
                </c:pt>
                <c:pt idx="170">
                  <c:v>6-24</c:v>
                </c:pt>
                <c:pt idx="171">
                  <c:v>6-25</c:v>
                </c:pt>
                <c:pt idx="172">
                  <c:v>6-26</c:v>
                </c:pt>
                <c:pt idx="173">
                  <c:v>6-27</c:v>
                </c:pt>
                <c:pt idx="174">
                  <c:v>6-28</c:v>
                </c:pt>
                <c:pt idx="175">
                  <c:v>6-29</c:v>
                </c:pt>
                <c:pt idx="176">
                  <c:v>7-1</c:v>
                </c:pt>
                <c:pt idx="177">
                  <c:v>7-2</c:v>
                </c:pt>
                <c:pt idx="178">
                  <c:v>7-3</c:v>
                </c:pt>
                <c:pt idx="179">
                  <c:v>7-4</c:v>
                </c:pt>
                <c:pt idx="180">
                  <c:v>7-5</c:v>
                </c:pt>
                <c:pt idx="181">
                  <c:v>7-6</c:v>
                </c:pt>
                <c:pt idx="182">
                  <c:v>7-7</c:v>
                </c:pt>
                <c:pt idx="183">
                  <c:v>7-8</c:v>
                </c:pt>
                <c:pt idx="184">
                  <c:v>7-9</c:v>
                </c:pt>
                <c:pt idx="185">
                  <c:v>7-10</c:v>
                </c:pt>
                <c:pt idx="186">
                  <c:v>7-11</c:v>
                </c:pt>
                <c:pt idx="187">
                  <c:v>7-12</c:v>
                </c:pt>
                <c:pt idx="188">
                  <c:v>7-13</c:v>
                </c:pt>
                <c:pt idx="189">
                  <c:v>7-14</c:v>
                </c:pt>
                <c:pt idx="190">
                  <c:v>7-15</c:v>
                </c:pt>
                <c:pt idx="191">
                  <c:v>7-16</c:v>
                </c:pt>
                <c:pt idx="192">
                  <c:v>7-17</c:v>
                </c:pt>
                <c:pt idx="193">
                  <c:v>7-18</c:v>
                </c:pt>
                <c:pt idx="194">
                  <c:v>7-19</c:v>
                </c:pt>
                <c:pt idx="195">
                  <c:v>7-20</c:v>
                </c:pt>
                <c:pt idx="196">
                  <c:v>7-21</c:v>
                </c:pt>
                <c:pt idx="197">
                  <c:v>7-22</c:v>
                </c:pt>
                <c:pt idx="198">
                  <c:v>7-23</c:v>
                </c:pt>
                <c:pt idx="199">
                  <c:v>7-24</c:v>
                </c:pt>
                <c:pt idx="200">
                  <c:v>7-25</c:v>
                </c:pt>
                <c:pt idx="201">
                  <c:v>7-26</c:v>
                </c:pt>
                <c:pt idx="202">
                  <c:v>7-27</c:v>
                </c:pt>
                <c:pt idx="203">
                  <c:v>7-28</c:v>
                </c:pt>
                <c:pt idx="204">
                  <c:v>7-29</c:v>
                </c:pt>
                <c:pt idx="205">
                  <c:v>7-30</c:v>
                </c:pt>
                <c:pt idx="206">
                  <c:v>8-1</c:v>
                </c:pt>
                <c:pt idx="207">
                  <c:v>8-2</c:v>
                </c:pt>
                <c:pt idx="208">
                  <c:v>8-3</c:v>
                </c:pt>
                <c:pt idx="209">
                  <c:v>8-4</c:v>
                </c:pt>
                <c:pt idx="210">
                  <c:v>8-5</c:v>
                </c:pt>
                <c:pt idx="211">
                  <c:v>8-6</c:v>
                </c:pt>
                <c:pt idx="212">
                  <c:v>8-7</c:v>
                </c:pt>
                <c:pt idx="213">
                  <c:v>8-8</c:v>
                </c:pt>
                <c:pt idx="214">
                  <c:v>8-9</c:v>
                </c:pt>
                <c:pt idx="215">
                  <c:v>8-10</c:v>
                </c:pt>
                <c:pt idx="216">
                  <c:v>8-11</c:v>
                </c:pt>
                <c:pt idx="217">
                  <c:v>8-12</c:v>
                </c:pt>
                <c:pt idx="218">
                  <c:v>8-13</c:v>
                </c:pt>
                <c:pt idx="219">
                  <c:v>8-14</c:v>
                </c:pt>
                <c:pt idx="220">
                  <c:v>8-15</c:v>
                </c:pt>
                <c:pt idx="221">
                  <c:v>8-16</c:v>
                </c:pt>
                <c:pt idx="222">
                  <c:v>8-17</c:v>
                </c:pt>
                <c:pt idx="223">
                  <c:v>8-18</c:v>
                </c:pt>
                <c:pt idx="224">
                  <c:v>8-19</c:v>
                </c:pt>
                <c:pt idx="225">
                  <c:v>8-20</c:v>
                </c:pt>
                <c:pt idx="226">
                  <c:v>8-21</c:v>
                </c:pt>
                <c:pt idx="227">
                  <c:v>8-22</c:v>
                </c:pt>
                <c:pt idx="228">
                  <c:v>8-23</c:v>
                </c:pt>
                <c:pt idx="229">
                  <c:v>8-24</c:v>
                </c:pt>
                <c:pt idx="230">
                  <c:v>8-25</c:v>
                </c:pt>
                <c:pt idx="231">
                  <c:v>8-26</c:v>
                </c:pt>
                <c:pt idx="232">
                  <c:v>8-27</c:v>
                </c:pt>
                <c:pt idx="233">
                  <c:v>8-28</c:v>
                </c:pt>
                <c:pt idx="234">
                  <c:v>8-29</c:v>
                </c:pt>
                <c:pt idx="235">
                  <c:v>8-30</c:v>
                </c:pt>
                <c:pt idx="236">
                  <c:v>9-1</c:v>
                </c:pt>
                <c:pt idx="237">
                  <c:v>9-2</c:v>
                </c:pt>
                <c:pt idx="238">
                  <c:v>9-3</c:v>
                </c:pt>
                <c:pt idx="239">
                  <c:v>9-4</c:v>
                </c:pt>
                <c:pt idx="240">
                  <c:v>9-5</c:v>
                </c:pt>
                <c:pt idx="241">
                  <c:v>9-6</c:v>
                </c:pt>
                <c:pt idx="242">
                  <c:v>9-7</c:v>
                </c:pt>
                <c:pt idx="243">
                  <c:v>9-8</c:v>
                </c:pt>
                <c:pt idx="244">
                  <c:v>9-9</c:v>
                </c:pt>
                <c:pt idx="245">
                  <c:v>9-10</c:v>
                </c:pt>
                <c:pt idx="246">
                  <c:v>9-11</c:v>
                </c:pt>
                <c:pt idx="247">
                  <c:v>9-12</c:v>
                </c:pt>
                <c:pt idx="248">
                  <c:v>9-13</c:v>
                </c:pt>
                <c:pt idx="249">
                  <c:v>9-14</c:v>
                </c:pt>
                <c:pt idx="250">
                  <c:v>9-15</c:v>
                </c:pt>
                <c:pt idx="251">
                  <c:v>9-16</c:v>
                </c:pt>
                <c:pt idx="252">
                  <c:v>9-17</c:v>
                </c:pt>
                <c:pt idx="253">
                  <c:v>9-18</c:v>
                </c:pt>
                <c:pt idx="254">
                  <c:v>9-19</c:v>
                </c:pt>
                <c:pt idx="255">
                  <c:v>9-20</c:v>
                </c:pt>
                <c:pt idx="256">
                  <c:v>9-21</c:v>
                </c:pt>
                <c:pt idx="257">
                  <c:v>9-22</c:v>
                </c:pt>
                <c:pt idx="258">
                  <c:v>9-23</c:v>
                </c:pt>
                <c:pt idx="259">
                  <c:v>9-24</c:v>
                </c:pt>
                <c:pt idx="260">
                  <c:v>9-25</c:v>
                </c:pt>
                <c:pt idx="261">
                  <c:v>9-26</c:v>
                </c:pt>
                <c:pt idx="262">
                  <c:v>9-27</c:v>
                </c:pt>
                <c:pt idx="263">
                  <c:v>9-28</c:v>
                </c:pt>
                <c:pt idx="264">
                  <c:v>9-29</c:v>
                </c:pt>
                <c:pt idx="265">
                  <c:v>10-1</c:v>
                </c:pt>
                <c:pt idx="266">
                  <c:v>10-2</c:v>
                </c:pt>
                <c:pt idx="267">
                  <c:v>10-3</c:v>
                </c:pt>
                <c:pt idx="268">
                  <c:v>10-4</c:v>
                </c:pt>
                <c:pt idx="269">
                  <c:v>10-5</c:v>
                </c:pt>
                <c:pt idx="270">
                  <c:v>10-6</c:v>
                </c:pt>
                <c:pt idx="271">
                  <c:v>10-7</c:v>
                </c:pt>
                <c:pt idx="272">
                  <c:v>10-8</c:v>
                </c:pt>
                <c:pt idx="273">
                  <c:v>10-9</c:v>
                </c:pt>
                <c:pt idx="274">
                  <c:v>10-10</c:v>
                </c:pt>
                <c:pt idx="275">
                  <c:v>10-11</c:v>
                </c:pt>
                <c:pt idx="276">
                  <c:v>10-12</c:v>
                </c:pt>
                <c:pt idx="277">
                  <c:v>10-13</c:v>
                </c:pt>
                <c:pt idx="278">
                  <c:v>10-14</c:v>
                </c:pt>
                <c:pt idx="279">
                  <c:v>10-15</c:v>
                </c:pt>
                <c:pt idx="280">
                  <c:v>10-16</c:v>
                </c:pt>
                <c:pt idx="281">
                  <c:v>10-17</c:v>
                </c:pt>
                <c:pt idx="282">
                  <c:v>10-18</c:v>
                </c:pt>
                <c:pt idx="283">
                  <c:v>10-19</c:v>
                </c:pt>
                <c:pt idx="284">
                  <c:v>10-20</c:v>
                </c:pt>
                <c:pt idx="285">
                  <c:v>10-21</c:v>
                </c:pt>
                <c:pt idx="286">
                  <c:v>10-22</c:v>
                </c:pt>
                <c:pt idx="287">
                  <c:v>10-23</c:v>
                </c:pt>
                <c:pt idx="288">
                  <c:v>10-24</c:v>
                </c:pt>
                <c:pt idx="289">
                  <c:v>10-25</c:v>
                </c:pt>
                <c:pt idx="290">
                  <c:v>10-26</c:v>
                </c:pt>
                <c:pt idx="291">
                  <c:v>10-27</c:v>
                </c:pt>
                <c:pt idx="292">
                  <c:v>10-28</c:v>
                </c:pt>
                <c:pt idx="293">
                  <c:v>10-29</c:v>
                </c:pt>
                <c:pt idx="294">
                  <c:v>10-30</c:v>
                </c:pt>
                <c:pt idx="295">
                  <c:v>11-1</c:v>
                </c:pt>
                <c:pt idx="296">
                  <c:v>11-2</c:v>
                </c:pt>
                <c:pt idx="297">
                  <c:v>11-3</c:v>
                </c:pt>
                <c:pt idx="298">
                  <c:v>11-4</c:v>
                </c:pt>
                <c:pt idx="299">
                  <c:v>11-5</c:v>
                </c:pt>
                <c:pt idx="300">
                  <c:v>11-6</c:v>
                </c:pt>
                <c:pt idx="301">
                  <c:v>11-7</c:v>
                </c:pt>
                <c:pt idx="302">
                  <c:v>11-8</c:v>
                </c:pt>
                <c:pt idx="303">
                  <c:v>11-9</c:v>
                </c:pt>
                <c:pt idx="304">
                  <c:v>11-10</c:v>
                </c:pt>
                <c:pt idx="305">
                  <c:v>11-11</c:v>
                </c:pt>
                <c:pt idx="306">
                  <c:v>11-12</c:v>
                </c:pt>
                <c:pt idx="307">
                  <c:v>11-13</c:v>
                </c:pt>
                <c:pt idx="308">
                  <c:v>11-14</c:v>
                </c:pt>
                <c:pt idx="309">
                  <c:v>11-15</c:v>
                </c:pt>
                <c:pt idx="310">
                  <c:v>11-16</c:v>
                </c:pt>
                <c:pt idx="311">
                  <c:v>11-17</c:v>
                </c:pt>
                <c:pt idx="312">
                  <c:v>11-18</c:v>
                </c:pt>
                <c:pt idx="313">
                  <c:v>11-19</c:v>
                </c:pt>
                <c:pt idx="314">
                  <c:v>11-20</c:v>
                </c:pt>
                <c:pt idx="315">
                  <c:v>11-21</c:v>
                </c:pt>
                <c:pt idx="316">
                  <c:v>11-22</c:v>
                </c:pt>
                <c:pt idx="317">
                  <c:v>11-23</c:v>
                </c:pt>
                <c:pt idx="318">
                  <c:v>11-24</c:v>
                </c:pt>
                <c:pt idx="319">
                  <c:v>11-25</c:v>
                </c:pt>
                <c:pt idx="320">
                  <c:v>11-26</c:v>
                </c:pt>
                <c:pt idx="321">
                  <c:v>11-27</c:v>
                </c:pt>
                <c:pt idx="322">
                  <c:v>11-28</c:v>
                </c:pt>
                <c:pt idx="323">
                  <c:v>11-29</c:v>
                </c:pt>
                <c:pt idx="324">
                  <c:v>11-30</c:v>
                </c:pt>
                <c:pt idx="325">
                  <c:v>12-1</c:v>
                </c:pt>
                <c:pt idx="326">
                  <c:v>12-2</c:v>
                </c:pt>
                <c:pt idx="327">
                  <c:v>12-3</c:v>
                </c:pt>
                <c:pt idx="328">
                  <c:v>12-4</c:v>
                </c:pt>
                <c:pt idx="329">
                  <c:v>12-5</c:v>
                </c:pt>
                <c:pt idx="330">
                  <c:v>12-6</c:v>
                </c:pt>
                <c:pt idx="331">
                  <c:v>12-7</c:v>
                </c:pt>
                <c:pt idx="332">
                  <c:v>12-8</c:v>
                </c:pt>
                <c:pt idx="333">
                  <c:v>12-9</c:v>
                </c:pt>
                <c:pt idx="334">
                  <c:v>12-10</c:v>
                </c:pt>
                <c:pt idx="335">
                  <c:v>12-11</c:v>
                </c:pt>
                <c:pt idx="336">
                  <c:v>12-12</c:v>
                </c:pt>
                <c:pt idx="337">
                  <c:v>12-13</c:v>
                </c:pt>
                <c:pt idx="338">
                  <c:v>12-14</c:v>
                </c:pt>
                <c:pt idx="339">
                  <c:v>12-15</c:v>
                </c:pt>
                <c:pt idx="340">
                  <c:v>12-16</c:v>
                </c:pt>
                <c:pt idx="341">
                  <c:v>12-17</c:v>
                </c:pt>
                <c:pt idx="342">
                  <c:v>12-18</c:v>
                </c:pt>
                <c:pt idx="343">
                  <c:v>12-19</c:v>
                </c:pt>
                <c:pt idx="344">
                  <c:v>12-20</c:v>
                </c:pt>
                <c:pt idx="345">
                  <c:v>12-21</c:v>
                </c:pt>
                <c:pt idx="346">
                  <c:v>12-22</c:v>
                </c:pt>
                <c:pt idx="347">
                  <c:v>12-23</c:v>
                </c:pt>
                <c:pt idx="348">
                  <c:v>12-24</c:v>
                </c:pt>
                <c:pt idx="349">
                  <c:v>12-25</c:v>
                </c:pt>
              </c:strCache>
            </c:strRef>
          </c:cat>
          <c:val>
            <c:numRef>
              <c:f>[1.1、日度跟踪666.xlsx]Sheet1!$O$3:$O$352</c:f>
              <c:numCache>
                <c:formatCode>General</c:formatCode>
                <c:ptCount val="350"/>
                <c:pt idx="8">
                  <c:v>110499</c:v>
                </c:pt>
                <c:pt idx="9">
                  <c:v>113640</c:v>
                </c:pt>
                <c:pt idx="10">
                  <c:v>115619</c:v>
                </c:pt>
                <c:pt idx="11">
                  <c:v>119562</c:v>
                </c:pt>
                <c:pt idx="12">
                  <c:v>123970</c:v>
                </c:pt>
                <c:pt idx="13">
                  <c:v>128853</c:v>
                </c:pt>
                <c:pt idx="14">
                  <c:v>133080</c:v>
                </c:pt>
                <c:pt idx="15">
                  <c:v>127622</c:v>
                </c:pt>
                <c:pt idx="16">
                  <c:v>130071</c:v>
                </c:pt>
                <c:pt idx="17">
                  <c:v>132742</c:v>
                </c:pt>
                <c:pt idx="18">
                  <c:v>132066</c:v>
                </c:pt>
                <c:pt idx="19">
                  <c:v>132256</c:v>
                </c:pt>
                <c:pt idx="20">
                  <c:v>132917</c:v>
                </c:pt>
                <c:pt idx="21">
                  <c:v>134494</c:v>
                </c:pt>
                <c:pt idx="22">
                  <c:v>135505</c:v>
                </c:pt>
                <c:pt idx="23">
                  <c:v>134179</c:v>
                </c:pt>
                <c:pt idx="24">
                  <c:v>131617</c:v>
                </c:pt>
                <c:pt idx="25">
                  <c:v>130031</c:v>
                </c:pt>
                <c:pt idx="26">
                  <c:v>132823</c:v>
                </c:pt>
                <c:pt idx="27">
                  <c:v>133468</c:v>
                </c:pt>
                <c:pt idx="28">
                  <c:v>132221</c:v>
                </c:pt>
                <c:pt idx="29">
                  <c:v>130880</c:v>
                </c:pt>
                <c:pt idx="30">
                  <c:v>129984</c:v>
                </c:pt>
                <c:pt idx="31">
                  <c:v>131260</c:v>
                </c:pt>
                <c:pt idx="32">
                  <c:v>134155</c:v>
                </c:pt>
                <c:pt idx="33">
                  <c:v>134375</c:v>
                </c:pt>
                <c:pt idx="34">
                  <c:v>132385</c:v>
                </c:pt>
                <c:pt idx="35">
                  <c:v>133478</c:v>
                </c:pt>
                <c:pt idx="36">
                  <c:v>130944</c:v>
                </c:pt>
                <c:pt idx="37">
                  <c:v>129919</c:v>
                </c:pt>
                <c:pt idx="38">
                  <c:v>131207</c:v>
                </c:pt>
                <c:pt idx="39">
                  <c:v>132001</c:v>
                </c:pt>
                <c:pt idx="40">
                  <c:v>131287</c:v>
                </c:pt>
                <c:pt idx="41">
                  <c:v>129507</c:v>
                </c:pt>
                <c:pt idx="42">
                  <c:v>128951</c:v>
                </c:pt>
                <c:pt idx="43">
                  <c:v>128322</c:v>
                </c:pt>
                <c:pt idx="44">
                  <c:v>127077</c:v>
                </c:pt>
                <c:pt idx="45">
                  <c:v>127531</c:v>
                </c:pt>
                <c:pt idx="46">
                  <c:v>128575</c:v>
                </c:pt>
                <c:pt idx="47">
                  <c:v>130986</c:v>
                </c:pt>
                <c:pt idx="48">
                  <c:v>131861</c:v>
                </c:pt>
                <c:pt idx="49">
                  <c:v>128759</c:v>
                </c:pt>
                <c:pt idx="50">
                  <c:v>131374</c:v>
                </c:pt>
                <c:pt idx="51">
                  <c:v>134603</c:v>
                </c:pt>
                <c:pt idx="52">
                  <c:v>133278</c:v>
                </c:pt>
                <c:pt idx="53">
                  <c:v>134895</c:v>
                </c:pt>
                <c:pt idx="54">
                  <c:v>136748</c:v>
                </c:pt>
                <c:pt idx="55">
                  <c:v>135747</c:v>
                </c:pt>
                <c:pt idx="56">
                  <c:v>134840</c:v>
                </c:pt>
                <c:pt idx="59">
                  <c:v>154255</c:v>
                </c:pt>
                <c:pt idx="60">
                  <c:v>154806</c:v>
                </c:pt>
                <c:pt idx="61">
                  <c:v>157296</c:v>
                </c:pt>
                <c:pt idx="62">
                  <c:v>159753</c:v>
                </c:pt>
                <c:pt idx="63">
                  <c:v>158113</c:v>
                </c:pt>
                <c:pt idx="64">
                  <c:v>156311</c:v>
                </c:pt>
                <c:pt idx="65">
                  <c:v>155445</c:v>
                </c:pt>
                <c:pt idx="66">
                  <c:v>154110</c:v>
                </c:pt>
                <c:pt idx="67">
                  <c:v>158108</c:v>
                </c:pt>
                <c:pt idx="68">
                  <c:v>168609</c:v>
                </c:pt>
                <c:pt idx="69">
                  <c:v>171174</c:v>
                </c:pt>
                <c:pt idx="70">
                  <c:v>167382</c:v>
                </c:pt>
                <c:pt idx="71">
                  <c:v>163412</c:v>
                </c:pt>
                <c:pt idx="72">
                  <c:v>157395</c:v>
                </c:pt>
                <c:pt idx="73">
                  <c:v>155082</c:v>
                </c:pt>
                <c:pt idx="74">
                  <c:v>151696</c:v>
                </c:pt>
                <c:pt idx="75">
                  <c:v>149631</c:v>
                </c:pt>
                <c:pt idx="76">
                  <c:v>149932</c:v>
                </c:pt>
                <c:pt idx="77">
                  <c:v>150313</c:v>
                </c:pt>
                <c:pt idx="78">
                  <c:v>151305</c:v>
                </c:pt>
                <c:pt idx="79">
                  <c:v>151507</c:v>
                </c:pt>
                <c:pt idx="80">
                  <c:v>150726</c:v>
                </c:pt>
                <c:pt idx="81">
                  <c:v>148237</c:v>
                </c:pt>
                <c:pt idx="82">
                  <c:v>150969</c:v>
                </c:pt>
                <c:pt idx="83">
                  <c:v>150116</c:v>
                </c:pt>
                <c:pt idx="84">
                  <c:v>147766</c:v>
                </c:pt>
                <c:pt idx="85">
                  <c:v>145819</c:v>
                </c:pt>
                <c:pt idx="86">
                  <c:v>144584</c:v>
                </c:pt>
                <c:pt idx="87">
                  <c:v>142600</c:v>
                </c:pt>
                <c:pt idx="88">
                  <c:v>142853</c:v>
                </c:pt>
                <c:pt idx="89">
                  <c:v>146784</c:v>
                </c:pt>
                <c:pt idx="90">
                  <c:v>148320</c:v>
                </c:pt>
                <c:pt idx="91">
                  <c:v>145495</c:v>
                </c:pt>
                <c:pt idx="92">
                  <c:v>145789</c:v>
                </c:pt>
                <c:pt idx="93">
                  <c:v>148141</c:v>
                </c:pt>
                <c:pt idx="94">
                  <c:v>145533</c:v>
                </c:pt>
                <c:pt idx="95">
                  <c:v>148225</c:v>
                </c:pt>
                <c:pt idx="96">
                  <c:v>149931</c:v>
                </c:pt>
                <c:pt idx="97">
                  <c:v>148734</c:v>
                </c:pt>
                <c:pt idx="98">
                  <c:v>147010</c:v>
                </c:pt>
                <c:pt idx="99">
                  <c:v>148746</c:v>
                </c:pt>
                <c:pt idx="100">
                  <c:v>146642</c:v>
                </c:pt>
                <c:pt idx="101">
                  <c:v>144664</c:v>
                </c:pt>
                <c:pt idx="102">
                  <c:v>142742</c:v>
                </c:pt>
                <c:pt idx="103">
                  <c:v>147235</c:v>
                </c:pt>
                <c:pt idx="104">
                  <c:v>146570</c:v>
                </c:pt>
                <c:pt idx="105">
                  <c:v>145648</c:v>
                </c:pt>
                <c:pt idx="106">
                  <c:v>145531</c:v>
                </c:pt>
                <c:pt idx="107">
                  <c:v>146892</c:v>
                </c:pt>
                <c:pt idx="108">
                  <c:v>144399</c:v>
                </c:pt>
                <c:pt idx="109">
                  <c:v>144117</c:v>
                </c:pt>
                <c:pt idx="110">
                  <c:v>145128</c:v>
                </c:pt>
                <c:pt idx="111">
                  <c:v>147688</c:v>
                </c:pt>
                <c:pt idx="112">
                  <c:v>144611</c:v>
                </c:pt>
                <c:pt idx="113">
                  <c:v>146037</c:v>
                </c:pt>
                <c:pt idx="114">
                  <c:v>148142</c:v>
                </c:pt>
                <c:pt idx="115">
                  <c:v>148342</c:v>
                </c:pt>
                <c:pt idx="116">
                  <c:v>151165</c:v>
                </c:pt>
                <c:pt idx="117">
                  <c:v>152434</c:v>
                </c:pt>
                <c:pt idx="118">
                  <c:v>151291</c:v>
                </c:pt>
                <c:pt idx="119">
                  <c:v>153863</c:v>
                </c:pt>
                <c:pt idx="120">
                  <c:v>155590</c:v>
                </c:pt>
                <c:pt idx="121">
                  <c:v>158761</c:v>
                </c:pt>
                <c:pt idx="122">
                  <c:v>153651</c:v>
                </c:pt>
                <c:pt idx="123">
                  <c:v>148433</c:v>
                </c:pt>
                <c:pt idx="124">
                  <c:v>145546</c:v>
                </c:pt>
                <c:pt idx="125">
                  <c:v>141952</c:v>
                </c:pt>
                <c:pt idx="126">
                  <c:v>138259</c:v>
                </c:pt>
                <c:pt idx="127">
                  <c:v>137806</c:v>
                </c:pt>
                <c:pt idx="128">
                  <c:v>137633</c:v>
                </c:pt>
                <c:pt idx="129">
                  <c:v>140030</c:v>
                </c:pt>
                <c:pt idx="130">
                  <c:v>140648</c:v>
                </c:pt>
                <c:pt idx="131">
                  <c:v>143959</c:v>
                </c:pt>
                <c:pt idx="132">
                  <c:v>142541</c:v>
                </c:pt>
                <c:pt idx="133">
                  <c:v>144021</c:v>
                </c:pt>
                <c:pt idx="134">
                  <c:v>145827</c:v>
                </c:pt>
                <c:pt idx="135">
                  <c:v>143631</c:v>
                </c:pt>
                <c:pt idx="136">
                  <c:v>143673</c:v>
                </c:pt>
                <c:pt idx="137">
                  <c:v>146292</c:v>
                </c:pt>
                <c:pt idx="138">
                  <c:v>146450</c:v>
                </c:pt>
                <c:pt idx="139">
                  <c:v>144971</c:v>
                </c:pt>
                <c:pt idx="140">
                  <c:v>144554</c:v>
                </c:pt>
                <c:pt idx="141">
                  <c:v>146502</c:v>
                </c:pt>
                <c:pt idx="142">
                  <c:v>144288</c:v>
                </c:pt>
                <c:pt idx="143">
                  <c:v>146265</c:v>
                </c:pt>
                <c:pt idx="144">
                  <c:v>147068</c:v>
                </c:pt>
                <c:pt idx="145">
                  <c:v>150225</c:v>
                </c:pt>
                <c:pt idx="146">
                  <c:v>147462</c:v>
                </c:pt>
                <c:pt idx="147">
                  <c:v>146227</c:v>
                </c:pt>
                <c:pt idx="148">
                  <c:v>147005</c:v>
                </c:pt>
                <c:pt idx="149">
                  <c:v>148679</c:v>
                </c:pt>
                <c:pt idx="150">
                  <c:v>148154</c:v>
                </c:pt>
                <c:pt idx="151">
                  <c:v>150808</c:v>
                </c:pt>
                <c:pt idx="152">
                  <c:v>150148</c:v>
                </c:pt>
                <c:pt idx="153">
                  <c:v>150239</c:v>
                </c:pt>
                <c:pt idx="154">
                  <c:v>148024</c:v>
                </c:pt>
                <c:pt idx="155">
                  <c:v>149864</c:v>
                </c:pt>
                <c:pt idx="156">
                  <c:v>147111</c:v>
                </c:pt>
                <c:pt idx="157">
                  <c:v>143330</c:v>
                </c:pt>
                <c:pt idx="158">
                  <c:v>145625</c:v>
                </c:pt>
                <c:pt idx="159">
                  <c:v>144382</c:v>
                </c:pt>
                <c:pt idx="160">
                  <c:v>141309</c:v>
                </c:pt>
                <c:pt idx="161">
                  <c:v>137428</c:v>
                </c:pt>
                <c:pt idx="162">
                  <c:v>135345</c:v>
                </c:pt>
                <c:pt idx="163">
                  <c:v>135485</c:v>
                </c:pt>
                <c:pt idx="164">
                  <c:v>135658</c:v>
                </c:pt>
                <c:pt idx="165">
                  <c:v>139179</c:v>
                </c:pt>
                <c:pt idx="166">
                  <c:v>139832</c:v>
                </c:pt>
                <c:pt idx="167">
                  <c:v>137562</c:v>
                </c:pt>
                <c:pt idx="168">
                  <c:v>135337</c:v>
                </c:pt>
                <c:pt idx="169">
                  <c:v>135840</c:v>
                </c:pt>
                <c:pt idx="170">
                  <c:v>133568</c:v>
                </c:pt>
                <c:pt idx="171">
                  <c:v>134670</c:v>
                </c:pt>
                <c:pt idx="172">
                  <c:v>135965</c:v>
                </c:pt>
                <c:pt idx="173">
                  <c:v>137024</c:v>
                </c:pt>
                <c:pt idx="174">
                  <c:v>135027</c:v>
                </c:pt>
                <c:pt idx="175">
                  <c:v>136373</c:v>
                </c:pt>
                <c:pt idx="176">
                  <c:v>136224</c:v>
                </c:pt>
                <c:pt idx="177">
                  <c:v>138378</c:v>
                </c:pt>
                <c:pt idx="178">
                  <c:v>136735</c:v>
                </c:pt>
                <c:pt idx="179">
                  <c:v>137694</c:v>
                </c:pt>
                <c:pt idx="180">
                  <c:v>137941</c:v>
                </c:pt>
                <c:pt idx="181">
                  <c:v>137495</c:v>
                </c:pt>
                <c:pt idx="182">
                  <c:v>139128</c:v>
                </c:pt>
                <c:pt idx="183">
                  <c:v>141524</c:v>
                </c:pt>
                <c:pt idx="184">
                  <c:v>142377</c:v>
                </c:pt>
                <c:pt idx="185">
                  <c:v>143561</c:v>
                </c:pt>
                <c:pt idx="186">
                  <c:v>143305</c:v>
                </c:pt>
                <c:pt idx="187">
                  <c:v>145736</c:v>
                </c:pt>
                <c:pt idx="188">
                  <c:v>144222</c:v>
                </c:pt>
                <c:pt idx="189">
                  <c:v>146057</c:v>
                </c:pt>
                <c:pt idx="190">
                  <c:v>147297</c:v>
                </c:pt>
                <c:pt idx="191">
                  <c:v>144568</c:v>
                </c:pt>
                <c:pt idx="192">
                  <c:v>143860</c:v>
                </c:pt>
                <c:pt idx="193">
                  <c:v>143500</c:v>
                </c:pt>
                <c:pt idx="194">
                  <c:v>143636</c:v>
                </c:pt>
                <c:pt idx="195">
                  <c:v>142898</c:v>
                </c:pt>
                <c:pt idx="196">
                  <c:v>143703</c:v>
                </c:pt>
                <c:pt idx="197">
                  <c:v>144174</c:v>
                </c:pt>
                <c:pt idx="198">
                  <c:v>143420</c:v>
                </c:pt>
                <c:pt idx="199">
                  <c:v>143869</c:v>
                </c:pt>
                <c:pt idx="200">
                  <c:v>145740</c:v>
                </c:pt>
                <c:pt idx="201">
                  <c:v>146677</c:v>
                </c:pt>
                <c:pt idx="202">
                  <c:v>146309</c:v>
                </c:pt>
                <c:pt idx="203">
                  <c:v>147096</c:v>
                </c:pt>
                <c:pt idx="204">
                  <c:v>145524</c:v>
                </c:pt>
                <c:pt idx="205">
                  <c:v>144507</c:v>
                </c:pt>
                <c:pt idx="206">
                  <c:v>144009</c:v>
                </c:pt>
                <c:pt idx="207">
                  <c:v>149829</c:v>
                </c:pt>
                <c:pt idx="208">
                  <c:v>150027</c:v>
                </c:pt>
                <c:pt idx="209">
                  <c:v>149004</c:v>
                </c:pt>
                <c:pt idx="210">
                  <c:v>149874</c:v>
                </c:pt>
                <c:pt idx="211">
                  <c:v>148141</c:v>
                </c:pt>
                <c:pt idx="212">
                  <c:v>150737</c:v>
                </c:pt>
                <c:pt idx="213">
                  <c:v>153438</c:v>
                </c:pt>
                <c:pt idx="214">
                  <c:v>154094</c:v>
                </c:pt>
                <c:pt idx="215">
                  <c:v>161257</c:v>
                </c:pt>
                <c:pt idx="216">
                  <c:v>174092</c:v>
                </c:pt>
                <c:pt idx="217">
                  <c:v>177936</c:v>
                </c:pt>
                <c:pt idx="218">
                  <c:v>183003</c:v>
                </c:pt>
                <c:pt idx="219">
                  <c:v>177748</c:v>
                </c:pt>
                <c:pt idx="220">
                  <c:v>182992</c:v>
                </c:pt>
                <c:pt idx="221">
                  <c:v>162149</c:v>
                </c:pt>
                <c:pt idx="222">
                  <c:v>154294</c:v>
                </c:pt>
                <c:pt idx="223">
                  <c:v>150208</c:v>
                </c:pt>
                <c:pt idx="224">
                  <c:v>144392</c:v>
                </c:pt>
                <c:pt idx="225">
                  <c:v>142250</c:v>
                </c:pt>
                <c:pt idx="226">
                  <c:v>143468</c:v>
                </c:pt>
                <c:pt idx="227">
                  <c:v>146074</c:v>
                </c:pt>
                <c:pt idx="228">
                  <c:v>149524</c:v>
                </c:pt>
                <c:pt idx="229">
                  <c:v>148498</c:v>
                </c:pt>
                <c:pt idx="230">
                  <c:v>146603</c:v>
                </c:pt>
                <c:pt idx="231">
                  <c:v>145576</c:v>
                </c:pt>
                <c:pt idx="232">
                  <c:v>143867</c:v>
                </c:pt>
                <c:pt idx="233">
                  <c:v>143534</c:v>
                </c:pt>
                <c:pt idx="234">
                  <c:v>146031</c:v>
                </c:pt>
                <c:pt idx="235">
                  <c:v>147440</c:v>
                </c:pt>
                <c:pt idx="236">
                  <c:v>147212</c:v>
                </c:pt>
                <c:pt idx="237">
                  <c:v>146899</c:v>
                </c:pt>
                <c:pt idx="238">
                  <c:v>148183</c:v>
                </c:pt>
                <c:pt idx="239">
                  <c:v>148220</c:v>
                </c:pt>
                <c:pt idx="240">
                  <c:v>147513</c:v>
                </c:pt>
                <c:pt idx="241">
                  <c:v>148465</c:v>
                </c:pt>
                <c:pt idx="242">
                  <c:v>149447</c:v>
                </c:pt>
                <c:pt idx="243">
                  <c:v>149803</c:v>
                </c:pt>
                <c:pt idx="244">
                  <c:v>148878</c:v>
                </c:pt>
                <c:pt idx="245">
                  <c:v>150554</c:v>
                </c:pt>
                <c:pt idx="246">
                  <c:v>149229</c:v>
                </c:pt>
                <c:pt idx="247">
                  <c:v>150822</c:v>
                </c:pt>
                <c:pt idx="248">
                  <c:v>149026</c:v>
                </c:pt>
                <c:pt idx="249">
                  <c:v>155161</c:v>
                </c:pt>
                <c:pt idx="250">
                  <c:v>160200</c:v>
                </c:pt>
                <c:pt idx="251">
                  <c:v>161106</c:v>
                </c:pt>
                <c:pt idx="252">
                  <c:v>161981</c:v>
                </c:pt>
                <c:pt idx="253">
                  <c:v>162340</c:v>
                </c:pt>
                <c:pt idx="254">
                  <c:v>159506</c:v>
                </c:pt>
                <c:pt idx="255">
                  <c:v>157797</c:v>
                </c:pt>
                <c:pt idx="256">
                  <c:v>161139</c:v>
                </c:pt>
                <c:pt idx="257">
                  <c:v>163737</c:v>
                </c:pt>
                <c:pt idx="258">
                  <c:v>163064</c:v>
                </c:pt>
                <c:pt idx="259">
                  <c:v>164955</c:v>
                </c:pt>
                <c:pt idx="260">
                  <c:v>164655</c:v>
                </c:pt>
                <c:pt idx="261">
                  <c:v>162931</c:v>
                </c:pt>
                <c:pt idx="262">
                  <c:v>160975</c:v>
                </c:pt>
                <c:pt idx="263">
                  <c:v>164370</c:v>
                </c:pt>
                <c:pt idx="264">
                  <c:v>169696</c:v>
                </c:pt>
                <c:pt idx="265">
                  <c:v>167950</c:v>
                </c:pt>
                <c:pt idx="266">
                  <c:v>167611</c:v>
                </c:pt>
                <c:pt idx="267">
                  <c:v>167538</c:v>
                </c:pt>
                <c:pt idx="268">
                  <c:v>167529</c:v>
                </c:pt>
                <c:pt idx="269">
                  <c:v>167399</c:v>
                </c:pt>
                <c:pt idx="270">
                  <c:v>169653</c:v>
                </c:pt>
                <c:pt idx="271">
                  <c:v>171548</c:v>
                </c:pt>
                <c:pt idx="272">
                  <c:v>170353</c:v>
                </c:pt>
                <c:pt idx="273">
                  <c:v>167727</c:v>
                </c:pt>
                <c:pt idx="274">
                  <c:v>165816</c:v>
                </c:pt>
                <c:pt idx="275">
                  <c:v>166498</c:v>
                </c:pt>
                <c:pt idx="276">
                  <c:v>166674</c:v>
                </c:pt>
                <c:pt idx="277">
                  <c:v>167842</c:v>
                </c:pt>
                <c:pt idx="278">
                  <c:v>171368</c:v>
                </c:pt>
                <c:pt idx="279">
                  <c:v>170979</c:v>
                </c:pt>
                <c:pt idx="280">
                  <c:v>170303</c:v>
                </c:pt>
                <c:pt idx="281">
                  <c:v>172576</c:v>
                </c:pt>
                <c:pt idx="282">
                  <c:v>170369</c:v>
                </c:pt>
                <c:pt idx="283">
                  <c:v>169354</c:v>
                </c:pt>
                <c:pt idx="284">
                  <c:v>172919</c:v>
                </c:pt>
                <c:pt idx="285">
                  <c:v>175825</c:v>
                </c:pt>
                <c:pt idx="286">
                  <c:v>173888</c:v>
                </c:pt>
                <c:pt idx="287">
                  <c:v>177436</c:v>
                </c:pt>
                <c:pt idx="288">
                  <c:v>178414</c:v>
                </c:pt>
                <c:pt idx="289">
                  <c:v>178309</c:v>
                </c:pt>
                <c:pt idx="290">
                  <c:v>176539</c:v>
                </c:pt>
                <c:pt idx="291">
                  <c:v>178992</c:v>
                </c:pt>
                <c:pt idx="292">
                  <c:v>180136</c:v>
                </c:pt>
                <c:pt idx="293">
                  <c:v>179872</c:v>
                </c:pt>
                <c:pt idx="294">
                  <c:v>182341</c:v>
                </c:pt>
                <c:pt idx="295">
                  <c:v>185274</c:v>
                </c:pt>
                <c:pt idx="296">
                  <c:v>182761</c:v>
                </c:pt>
                <c:pt idx="297">
                  <c:v>180895</c:v>
                </c:pt>
                <c:pt idx="298">
                  <c:v>180109</c:v>
                </c:pt>
                <c:pt idx="299">
                  <c:v>184043</c:v>
                </c:pt>
                <c:pt idx="300">
                  <c:v>186180</c:v>
                </c:pt>
                <c:pt idx="301">
                  <c:v>192641</c:v>
                </c:pt>
                <c:pt idx="302">
                  <c:v>199917</c:v>
                </c:pt>
                <c:pt idx="303">
                  <c:v>192414</c:v>
                </c:pt>
                <c:pt idx="304">
                  <c:v>190227</c:v>
                </c:pt>
                <c:pt idx="305">
                  <c:v>188624</c:v>
                </c:pt>
                <c:pt idx="306">
                  <c:v>188801</c:v>
                </c:pt>
                <c:pt idx="307">
                  <c:v>187748</c:v>
                </c:pt>
                <c:pt idx="308">
                  <c:v>185186</c:v>
                </c:pt>
                <c:pt idx="309">
                  <c:v>184199</c:v>
                </c:pt>
                <c:pt idx="310">
                  <c:v>183874</c:v>
                </c:pt>
                <c:pt idx="311">
                  <c:v>183819</c:v>
                </c:pt>
                <c:pt idx="312">
                  <c:v>185316</c:v>
                </c:pt>
                <c:pt idx="313">
                  <c:v>184126</c:v>
                </c:pt>
                <c:pt idx="314">
                  <c:v>181665</c:v>
                </c:pt>
                <c:pt idx="315">
                  <c:v>174930</c:v>
                </c:pt>
                <c:pt idx="316">
                  <c:v>173682</c:v>
                </c:pt>
                <c:pt idx="317">
                  <c:v>171294</c:v>
                </c:pt>
                <c:pt idx="318">
                  <c:v>171822</c:v>
                </c:pt>
                <c:pt idx="319">
                  <c:v>173391</c:v>
                </c:pt>
                <c:pt idx="320">
                  <c:v>172655</c:v>
                </c:pt>
                <c:pt idx="321">
                  <c:v>172689</c:v>
                </c:pt>
                <c:pt idx="322">
                  <c:v>174602</c:v>
                </c:pt>
                <c:pt idx="323">
                  <c:v>174393</c:v>
                </c:pt>
                <c:pt idx="325">
                  <c:v>174819</c:v>
                </c:pt>
                <c:pt idx="326">
                  <c:v>176037</c:v>
                </c:pt>
                <c:pt idx="327">
                  <c:v>179541</c:v>
                </c:pt>
                <c:pt idx="328">
                  <c:v>180771</c:v>
                </c:pt>
                <c:pt idx="329">
                  <c:v>179568</c:v>
                </c:pt>
                <c:pt idx="330">
                  <c:v>183247</c:v>
                </c:pt>
                <c:pt idx="331">
                  <c:v>186268</c:v>
                </c:pt>
                <c:pt idx="332">
                  <c:v>183758</c:v>
                </c:pt>
                <c:pt idx="333">
                  <c:v>180946</c:v>
                </c:pt>
                <c:pt idx="334">
                  <c:v>182854</c:v>
                </c:pt>
                <c:pt idx="335">
                  <c:v>185471</c:v>
                </c:pt>
                <c:pt idx="336">
                  <c:v>188268</c:v>
                </c:pt>
                <c:pt idx="337">
                  <c:v>191944</c:v>
                </c:pt>
                <c:pt idx="338">
                  <c:v>192774</c:v>
                </c:pt>
                <c:pt idx="339">
                  <c:v>190077</c:v>
                </c:pt>
                <c:pt idx="340">
                  <c:v>196666</c:v>
                </c:pt>
                <c:pt idx="341">
                  <c:v>206503</c:v>
                </c:pt>
                <c:pt idx="342">
                  <c:v>223733</c:v>
                </c:pt>
                <c:pt idx="343">
                  <c:v>226314</c:v>
                </c:pt>
                <c:pt idx="344">
                  <c:v>252998</c:v>
                </c:pt>
                <c:pt idx="345">
                  <c:v>280304</c:v>
                </c:pt>
                <c:pt idx="346">
                  <c:v>296011</c:v>
                </c:pt>
                <c:pt idx="347">
                  <c:v>262236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[1.1、日度跟踪666.xlsx]Sheet1!$P$2</c:f>
              <c:strCache>
                <c:ptCount val="1"/>
                <c:pt idx="0">
                  <c:v>2024年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[1.1、日度跟踪666.xlsx]Sheet1!$K$3:$K$352</c:f>
              <c:strCache>
                <c:ptCount val="350"/>
                <c:pt idx="0">
                  <c:v>1-1</c:v>
                </c:pt>
                <c:pt idx="1">
                  <c:v>1-2</c:v>
                </c:pt>
                <c:pt idx="2">
                  <c:v>1-3</c:v>
                </c:pt>
                <c:pt idx="3">
                  <c:v>1-4</c:v>
                </c:pt>
                <c:pt idx="4">
                  <c:v>1-5</c:v>
                </c:pt>
                <c:pt idx="5">
                  <c:v>1-6</c:v>
                </c:pt>
                <c:pt idx="6">
                  <c:v>1-7</c:v>
                </c:pt>
                <c:pt idx="7">
                  <c:v>1-8</c:v>
                </c:pt>
                <c:pt idx="8">
                  <c:v>1-9</c:v>
                </c:pt>
                <c:pt idx="9">
                  <c:v>1-10</c:v>
                </c:pt>
                <c:pt idx="10">
                  <c:v>1-11</c:v>
                </c:pt>
                <c:pt idx="11">
                  <c:v>1-12</c:v>
                </c:pt>
                <c:pt idx="12">
                  <c:v>1-13</c:v>
                </c:pt>
                <c:pt idx="13">
                  <c:v>1-14</c:v>
                </c:pt>
                <c:pt idx="14">
                  <c:v>1-15</c:v>
                </c:pt>
                <c:pt idx="15">
                  <c:v>1-16</c:v>
                </c:pt>
                <c:pt idx="16">
                  <c:v>1-17</c:v>
                </c:pt>
                <c:pt idx="17">
                  <c:v>1-18</c:v>
                </c:pt>
                <c:pt idx="18">
                  <c:v>1-19</c:v>
                </c:pt>
                <c:pt idx="19">
                  <c:v>1-20</c:v>
                </c:pt>
                <c:pt idx="20">
                  <c:v>1-21</c:v>
                </c:pt>
                <c:pt idx="21">
                  <c:v>1-22</c:v>
                </c:pt>
                <c:pt idx="22">
                  <c:v>1-23</c:v>
                </c:pt>
                <c:pt idx="23">
                  <c:v>1-24</c:v>
                </c:pt>
                <c:pt idx="24">
                  <c:v>1-25</c:v>
                </c:pt>
                <c:pt idx="25">
                  <c:v>1-26</c:v>
                </c:pt>
                <c:pt idx="26">
                  <c:v>1-27</c:v>
                </c:pt>
                <c:pt idx="27">
                  <c:v>1-28</c:v>
                </c:pt>
                <c:pt idx="28">
                  <c:v>1-29</c:v>
                </c:pt>
                <c:pt idx="29">
                  <c:v>2-1</c:v>
                </c:pt>
                <c:pt idx="30">
                  <c:v>2-2</c:v>
                </c:pt>
                <c:pt idx="31">
                  <c:v>2-3</c:v>
                </c:pt>
                <c:pt idx="32">
                  <c:v>2-4</c:v>
                </c:pt>
                <c:pt idx="33">
                  <c:v>2-5</c:v>
                </c:pt>
                <c:pt idx="34">
                  <c:v>2-6</c:v>
                </c:pt>
                <c:pt idx="35">
                  <c:v>2-7</c:v>
                </c:pt>
                <c:pt idx="36">
                  <c:v>2-8</c:v>
                </c:pt>
                <c:pt idx="37">
                  <c:v>2-9</c:v>
                </c:pt>
                <c:pt idx="38">
                  <c:v>2-10</c:v>
                </c:pt>
                <c:pt idx="39">
                  <c:v>2-11</c:v>
                </c:pt>
                <c:pt idx="40">
                  <c:v>2-12</c:v>
                </c:pt>
                <c:pt idx="41">
                  <c:v>2-13</c:v>
                </c:pt>
                <c:pt idx="42">
                  <c:v>2-14</c:v>
                </c:pt>
                <c:pt idx="43">
                  <c:v>2-15</c:v>
                </c:pt>
                <c:pt idx="44">
                  <c:v>2-16</c:v>
                </c:pt>
                <c:pt idx="45">
                  <c:v>2-17</c:v>
                </c:pt>
                <c:pt idx="46">
                  <c:v>2-18</c:v>
                </c:pt>
                <c:pt idx="47">
                  <c:v>2-19</c:v>
                </c:pt>
                <c:pt idx="48">
                  <c:v>2-20</c:v>
                </c:pt>
                <c:pt idx="49">
                  <c:v>2-21</c:v>
                </c:pt>
                <c:pt idx="50">
                  <c:v>2-22</c:v>
                </c:pt>
                <c:pt idx="51">
                  <c:v>2-23</c:v>
                </c:pt>
                <c:pt idx="52">
                  <c:v>2-24</c:v>
                </c:pt>
                <c:pt idx="53">
                  <c:v>2-25</c:v>
                </c:pt>
                <c:pt idx="54">
                  <c:v>2-26</c:v>
                </c:pt>
                <c:pt idx="55">
                  <c:v>2-27</c:v>
                </c:pt>
                <c:pt idx="56">
                  <c:v>2-28</c:v>
                </c:pt>
                <c:pt idx="57">
                  <c:v>2-29</c:v>
                </c:pt>
                <c:pt idx="58">
                  <c:v>2-30</c:v>
                </c:pt>
                <c:pt idx="59">
                  <c:v>3-1</c:v>
                </c:pt>
                <c:pt idx="60">
                  <c:v>3-2</c:v>
                </c:pt>
                <c:pt idx="61">
                  <c:v>3-3</c:v>
                </c:pt>
                <c:pt idx="62">
                  <c:v>3-4</c:v>
                </c:pt>
                <c:pt idx="63">
                  <c:v>3-5</c:v>
                </c:pt>
                <c:pt idx="64">
                  <c:v>3-6</c:v>
                </c:pt>
                <c:pt idx="65">
                  <c:v>3-7</c:v>
                </c:pt>
                <c:pt idx="66">
                  <c:v>3-8</c:v>
                </c:pt>
                <c:pt idx="67">
                  <c:v>3-9</c:v>
                </c:pt>
                <c:pt idx="68">
                  <c:v>3-10</c:v>
                </c:pt>
                <c:pt idx="69">
                  <c:v>3-11</c:v>
                </c:pt>
                <c:pt idx="70">
                  <c:v>3-12</c:v>
                </c:pt>
                <c:pt idx="71">
                  <c:v>3-13</c:v>
                </c:pt>
                <c:pt idx="72">
                  <c:v>3-14</c:v>
                </c:pt>
                <c:pt idx="73">
                  <c:v>3-15</c:v>
                </c:pt>
                <c:pt idx="74">
                  <c:v>3-16</c:v>
                </c:pt>
                <c:pt idx="75">
                  <c:v>3-17</c:v>
                </c:pt>
                <c:pt idx="76">
                  <c:v>3-18</c:v>
                </c:pt>
                <c:pt idx="77">
                  <c:v>3-19</c:v>
                </c:pt>
                <c:pt idx="78">
                  <c:v>3-20</c:v>
                </c:pt>
                <c:pt idx="79">
                  <c:v>3-21</c:v>
                </c:pt>
                <c:pt idx="80">
                  <c:v>3-22</c:v>
                </c:pt>
                <c:pt idx="81">
                  <c:v>3-23</c:v>
                </c:pt>
                <c:pt idx="82">
                  <c:v>3-24</c:v>
                </c:pt>
                <c:pt idx="83">
                  <c:v>3-25</c:v>
                </c:pt>
                <c:pt idx="84">
                  <c:v>3-26</c:v>
                </c:pt>
                <c:pt idx="85">
                  <c:v>3-27</c:v>
                </c:pt>
                <c:pt idx="86">
                  <c:v>3-28</c:v>
                </c:pt>
                <c:pt idx="87">
                  <c:v>3-29</c:v>
                </c:pt>
                <c:pt idx="88">
                  <c:v>4-1</c:v>
                </c:pt>
                <c:pt idx="89">
                  <c:v>4-2</c:v>
                </c:pt>
                <c:pt idx="90">
                  <c:v>4-3</c:v>
                </c:pt>
                <c:pt idx="91">
                  <c:v>4-4</c:v>
                </c:pt>
                <c:pt idx="92">
                  <c:v>4-5</c:v>
                </c:pt>
                <c:pt idx="93">
                  <c:v>4-6</c:v>
                </c:pt>
                <c:pt idx="94">
                  <c:v>4-7</c:v>
                </c:pt>
                <c:pt idx="95">
                  <c:v>4-8</c:v>
                </c:pt>
                <c:pt idx="96">
                  <c:v>4-9</c:v>
                </c:pt>
                <c:pt idx="97">
                  <c:v>4-10</c:v>
                </c:pt>
                <c:pt idx="98">
                  <c:v>4-11</c:v>
                </c:pt>
                <c:pt idx="99">
                  <c:v>4-12</c:v>
                </c:pt>
                <c:pt idx="100">
                  <c:v>4-13</c:v>
                </c:pt>
                <c:pt idx="101">
                  <c:v>4-14</c:v>
                </c:pt>
                <c:pt idx="102">
                  <c:v>4-15</c:v>
                </c:pt>
                <c:pt idx="103">
                  <c:v>4-16</c:v>
                </c:pt>
                <c:pt idx="104">
                  <c:v>4-17</c:v>
                </c:pt>
                <c:pt idx="105">
                  <c:v>4-18</c:v>
                </c:pt>
                <c:pt idx="106">
                  <c:v>4-19</c:v>
                </c:pt>
                <c:pt idx="107">
                  <c:v>4-20</c:v>
                </c:pt>
                <c:pt idx="108">
                  <c:v>4-21</c:v>
                </c:pt>
                <c:pt idx="109">
                  <c:v>4-22</c:v>
                </c:pt>
                <c:pt idx="110">
                  <c:v>4-23</c:v>
                </c:pt>
                <c:pt idx="111">
                  <c:v>4-24</c:v>
                </c:pt>
                <c:pt idx="112">
                  <c:v>4-25</c:v>
                </c:pt>
                <c:pt idx="113">
                  <c:v>4-26</c:v>
                </c:pt>
                <c:pt idx="114">
                  <c:v>4-27</c:v>
                </c:pt>
                <c:pt idx="115">
                  <c:v>4-28</c:v>
                </c:pt>
                <c:pt idx="116">
                  <c:v>4-29</c:v>
                </c:pt>
                <c:pt idx="117">
                  <c:v>5-1</c:v>
                </c:pt>
                <c:pt idx="118">
                  <c:v>5-2</c:v>
                </c:pt>
                <c:pt idx="119">
                  <c:v>5-3</c:v>
                </c:pt>
                <c:pt idx="120">
                  <c:v>5-4</c:v>
                </c:pt>
                <c:pt idx="121">
                  <c:v>5-5</c:v>
                </c:pt>
                <c:pt idx="122">
                  <c:v>5-6</c:v>
                </c:pt>
                <c:pt idx="123">
                  <c:v>5-7</c:v>
                </c:pt>
                <c:pt idx="124">
                  <c:v>5-8</c:v>
                </c:pt>
                <c:pt idx="125">
                  <c:v>5-9</c:v>
                </c:pt>
                <c:pt idx="126">
                  <c:v>5-10</c:v>
                </c:pt>
                <c:pt idx="127">
                  <c:v>5-11</c:v>
                </c:pt>
                <c:pt idx="128">
                  <c:v>5-12</c:v>
                </c:pt>
                <c:pt idx="129">
                  <c:v>5-13</c:v>
                </c:pt>
                <c:pt idx="130">
                  <c:v>5-14</c:v>
                </c:pt>
                <c:pt idx="131">
                  <c:v>5-15</c:v>
                </c:pt>
                <c:pt idx="132">
                  <c:v>5-16</c:v>
                </c:pt>
                <c:pt idx="133">
                  <c:v>5-17</c:v>
                </c:pt>
                <c:pt idx="134">
                  <c:v>5-18</c:v>
                </c:pt>
                <c:pt idx="135">
                  <c:v>5-19</c:v>
                </c:pt>
                <c:pt idx="136">
                  <c:v>5-20</c:v>
                </c:pt>
                <c:pt idx="137">
                  <c:v>5-21</c:v>
                </c:pt>
                <c:pt idx="138">
                  <c:v>5-22</c:v>
                </c:pt>
                <c:pt idx="139">
                  <c:v>5-23</c:v>
                </c:pt>
                <c:pt idx="140">
                  <c:v>5-24</c:v>
                </c:pt>
                <c:pt idx="141">
                  <c:v>5-25</c:v>
                </c:pt>
                <c:pt idx="142">
                  <c:v>5-26</c:v>
                </c:pt>
                <c:pt idx="143">
                  <c:v>5-27</c:v>
                </c:pt>
                <c:pt idx="144">
                  <c:v>5-28</c:v>
                </c:pt>
                <c:pt idx="145">
                  <c:v>5-29</c:v>
                </c:pt>
                <c:pt idx="146">
                  <c:v>5-30</c:v>
                </c:pt>
                <c:pt idx="147">
                  <c:v>6-1</c:v>
                </c:pt>
                <c:pt idx="148">
                  <c:v>6-2</c:v>
                </c:pt>
                <c:pt idx="149">
                  <c:v>6-3</c:v>
                </c:pt>
                <c:pt idx="150">
                  <c:v>6-4</c:v>
                </c:pt>
                <c:pt idx="151">
                  <c:v>6-5</c:v>
                </c:pt>
                <c:pt idx="152">
                  <c:v>6-6</c:v>
                </c:pt>
                <c:pt idx="153">
                  <c:v>6-7</c:v>
                </c:pt>
                <c:pt idx="154">
                  <c:v>6-8</c:v>
                </c:pt>
                <c:pt idx="155">
                  <c:v>6-9</c:v>
                </c:pt>
                <c:pt idx="156">
                  <c:v>6-10</c:v>
                </c:pt>
                <c:pt idx="157">
                  <c:v>6-11</c:v>
                </c:pt>
                <c:pt idx="158">
                  <c:v>6-12</c:v>
                </c:pt>
                <c:pt idx="159">
                  <c:v>6-13</c:v>
                </c:pt>
                <c:pt idx="160">
                  <c:v>6-14</c:v>
                </c:pt>
                <c:pt idx="161">
                  <c:v>6-15</c:v>
                </c:pt>
                <c:pt idx="162">
                  <c:v>6-16</c:v>
                </c:pt>
                <c:pt idx="163">
                  <c:v>6-17</c:v>
                </c:pt>
                <c:pt idx="164">
                  <c:v>6-18</c:v>
                </c:pt>
                <c:pt idx="165">
                  <c:v>6-19</c:v>
                </c:pt>
                <c:pt idx="166">
                  <c:v>6-20</c:v>
                </c:pt>
                <c:pt idx="167">
                  <c:v>6-21</c:v>
                </c:pt>
                <c:pt idx="168">
                  <c:v>6-22</c:v>
                </c:pt>
                <c:pt idx="169">
                  <c:v>6-23</c:v>
                </c:pt>
                <c:pt idx="170">
                  <c:v>6-24</c:v>
                </c:pt>
                <c:pt idx="171">
                  <c:v>6-25</c:v>
                </c:pt>
                <c:pt idx="172">
                  <c:v>6-26</c:v>
                </c:pt>
                <c:pt idx="173">
                  <c:v>6-27</c:v>
                </c:pt>
                <c:pt idx="174">
                  <c:v>6-28</c:v>
                </c:pt>
                <c:pt idx="175">
                  <c:v>6-29</c:v>
                </c:pt>
                <c:pt idx="176">
                  <c:v>7-1</c:v>
                </c:pt>
                <c:pt idx="177">
                  <c:v>7-2</c:v>
                </c:pt>
                <c:pt idx="178">
                  <c:v>7-3</c:v>
                </c:pt>
                <c:pt idx="179">
                  <c:v>7-4</c:v>
                </c:pt>
                <c:pt idx="180">
                  <c:v>7-5</c:v>
                </c:pt>
                <c:pt idx="181">
                  <c:v>7-6</c:v>
                </c:pt>
                <c:pt idx="182">
                  <c:v>7-7</c:v>
                </c:pt>
                <c:pt idx="183">
                  <c:v>7-8</c:v>
                </c:pt>
                <c:pt idx="184">
                  <c:v>7-9</c:v>
                </c:pt>
                <c:pt idx="185">
                  <c:v>7-10</c:v>
                </c:pt>
                <c:pt idx="186">
                  <c:v>7-11</c:v>
                </c:pt>
                <c:pt idx="187">
                  <c:v>7-12</c:v>
                </c:pt>
                <c:pt idx="188">
                  <c:v>7-13</c:v>
                </c:pt>
                <c:pt idx="189">
                  <c:v>7-14</c:v>
                </c:pt>
                <c:pt idx="190">
                  <c:v>7-15</c:v>
                </c:pt>
                <c:pt idx="191">
                  <c:v>7-16</c:v>
                </c:pt>
                <c:pt idx="192">
                  <c:v>7-17</c:v>
                </c:pt>
                <c:pt idx="193">
                  <c:v>7-18</c:v>
                </c:pt>
                <c:pt idx="194">
                  <c:v>7-19</c:v>
                </c:pt>
                <c:pt idx="195">
                  <c:v>7-20</c:v>
                </c:pt>
                <c:pt idx="196">
                  <c:v>7-21</c:v>
                </c:pt>
                <c:pt idx="197">
                  <c:v>7-22</c:v>
                </c:pt>
                <c:pt idx="198">
                  <c:v>7-23</c:v>
                </c:pt>
                <c:pt idx="199">
                  <c:v>7-24</c:v>
                </c:pt>
                <c:pt idx="200">
                  <c:v>7-25</c:v>
                </c:pt>
                <c:pt idx="201">
                  <c:v>7-26</c:v>
                </c:pt>
                <c:pt idx="202">
                  <c:v>7-27</c:v>
                </c:pt>
                <c:pt idx="203">
                  <c:v>7-28</c:v>
                </c:pt>
                <c:pt idx="204">
                  <c:v>7-29</c:v>
                </c:pt>
                <c:pt idx="205">
                  <c:v>7-30</c:v>
                </c:pt>
                <c:pt idx="206">
                  <c:v>8-1</c:v>
                </c:pt>
                <c:pt idx="207">
                  <c:v>8-2</c:v>
                </c:pt>
                <c:pt idx="208">
                  <c:v>8-3</c:v>
                </c:pt>
                <c:pt idx="209">
                  <c:v>8-4</c:v>
                </c:pt>
                <c:pt idx="210">
                  <c:v>8-5</c:v>
                </c:pt>
                <c:pt idx="211">
                  <c:v>8-6</c:v>
                </c:pt>
                <c:pt idx="212">
                  <c:v>8-7</c:v>
                </c:pt>
                <c:pt idx="213">
                  <c:v>8-8</c:v>
                </c:pt>
                <c:pt idx="214">
                  <c:v>8-9</c:v>
                </c:pt>
                <c:pt idx="215">
                  <c:v>8-10</c:v>
                </c:pt>
                <c:pt idx="216">
                  <c:v>8-11</c:v>
                </c:pt>
                <c:pt idx="217">
                  <c:v>8-12</c:v>
                </c:pt>
                <c:pt idx="218">
                  <c:v>8-13</c:v>
                </c:pt>
                <c:pt idx="219">
                  <c:v>8-14</c:v>
                </c:pt>
                <c:pt idx="220">
                  <c:v>8-15</c:v>
                </c:pt>
                <c:pt idx="221">
                  <c:v>8-16</c:v>
                </c:pt>
                <c:pt idx="222">
                  <c:v>8-17</c:v>
                </c:pt>
                <c:pt idx="223">
                  <c:v>8-18</c:v>
                </c:pt>
                <c:pt idx="224">
                  <c:v>8-19</c:v>
                </c:pt>
                <c:pt idx="225">
                  <c:v>8-20</c:v>
                </c:pt>
                <c:pt idx="226">
                  <c:v>8-21</c:v>
                </c:pt>
                <c:pt idx="227">
                  <c:v>8-22</c:v>
                </c:pt>
                <c:pt idx="228">
                  <c:v>8-23</c:v>
                </c:pt>
                <c:pt idx="229">
                  <c:v>8-24</c:v>
                </c:pt>
                <c:pt idx="230">
                  <c:v>8-25</c:v>
                </c:pt>
                <c:pt idx="231">
                  <c:v>8-26</c:v>
                </c:pt>
                <c:pt idx="232">
                  <c:v>8-27</c:v>
                </c:pt>
                <c:pt idx="233">
                  <c:v>8-28</c:v>
                </c:pt>
                <c:pt idx="234">
                  <c:v>8-29</c:v>
                </c:pt>
                <c:pt idx="235">
                  <c:v>8-30</c:v>
                </c:pt>
                <c:pt idx="236">
                  <c:v>9-1</c:v>
                </c:pt>
                <c:pt idx="237">
                  <c:v>9-2</c:v>
                </c:pt>
                <c:pt idx="238">
                  <c:v>9-3</c:v>
                </c:pt>
                <c:pt idx="239">
                  <c:v>9-4</c:v>
                </c:pt>
                <c:pt idx="240">
                  <c:v>9-5</c:v>
                </c:pt>
                <c:pt idx="241">
                  <c:v>9-6</c:v>
                </c:pt>
                <c:pt idx="242">
                  <c:v>9-7</c:v>
                </c:pt>
                <c:pt idx="243">
                  <c:v>9-8</c:v>
                </c:pt>
                <c:pt idx="244">
                  <c:v>9-9</c:v>
                </c:pt>
                <c:pt idx="245">
                  <c:v>9-10</c:v>
                </c:pt>
                <c:pt idx="246">
                  <c:v>9-11</c:v>
                </c:pt>
                <c:pt idx="247">
                  <c:v>9-12</c:v>
                </c:pt>
                <c:pt idx="248">
                  <c:v>9-13</c:v>
                </c:pt>
                <c:pt idx="249">
                  <c:v>9-14</c:v>
                </c:pt>
                <c:pt idx="250">
                  <c:v>9-15</c:v>
                </c:pt>
                <c:pt idx="251">
                  <c:v>9-16</c:v>
                </c:pt>
                <c:pt idx="252">
                  <c:v>9-17</c:v>
                </c:pt>
                <c:pt idx="253">
                  <c:v>9-18</c:v>
                </c:pt>
                <c:pt idx="254">
                  <c:v>9-19</c:v>
                </c:pt>
                <c:pt idx="255">
                  <c:v>9-20</c:v>
                </c:pt>
                <c:pt idx="256">
                  <c:v>9-21</c:v>
                </c:pt>
                <c:pt idx="257">
                  <c:v>9-22</c:v>
                </c:pt>
                <c:pt idx="258">
                  <c:v>9-23</c:v>
                </c:pt>
                <c:pt idx="259">
                  <c:v>9-24</c:v>
                </c:pt>
                <c:pt idx="260">
                  <c:v>9-25</c:v>
                </c:pt>
                <c:pt idx="261">
                  <c:v>9-26</c:v>
                </c:pt>
                <c:pt idx="262">
                  <c:v>9-27</c:v>
                </c:pt>
                <c:pt idx="263">
                  <c:v>9-28</c:v>
                </c:pt>
                <c:pt idx="264">
                  <c:v>9-29</c:v>
                </c:pt>
                <c:pt idx="265">
                  <c:v>10-1</c:v>
                </c:pt>
                <c:pt idx="266">
                  <c:v>10-2</c:v>
                </c:pt>
                <c:pt idx="267">
                  <c:v>10-3</c:v>
                </c:pt>
                <c:pt idx="268">
                  <c:v>10-4</c:v>
                </c:pt>
                <c:pt idx="269">
                  <c:v>10-5</c:v>
                </c:pt>
                <c:pt idx="270">
                  <c:v>10-6</c:v>
                </c:pt>
                <c:pt idx="271">
                  <c:v>10-7</c:v>
                </c:pt>
                <c:pt idx="272">
                  <c:v>10-8</c:v>
                </c:pt>
                <c:pt idx="273">
                  <c:v>10-9</c:v>
                </c:pt>
                <c:pt idx="274">
                  <c:v>10-10</c:v>
                </c:pt>
                <c:pt idx="275">
                  <c:v>10-11</c:v>
                </c:pt>
                <c:pt idx="276">
                  <c:v>10-12</c:v>
                </c:pt>
                <c:pt idx="277">
                  <c:v>10-13</c:v>
                </c:pt>
                <c:pt idx="278">
                  <c:v>10-14</c:v>
                </c:pt>
                <c:pt idx="279">
                  <c:v>10-15</c:v>
                </c:pt>
                <c:pt idx="280">
                  <c:v>10-16</c:v>
                </c:pt>
                <c:pt idx="281">
                  <c:v>10-17</c:v>
                </c:pt>
                <c:pt idx="282">
                  <c:v>10-18</c:v>
                </c:pt>
                <c:pt idx="283">
                  <c:v>10-19</c:v>
                </c:pt>
                <c:pt idx="284">
                  <c:v>10-20</c:v>
                </c:pt>
                <c:pt idx="285">
                  <c:v>10-21</c:v>
                </c:pt>
                <c:pt idx="286">
                  <c:v>10-22</c:v>
                </c:pt>
                <c:pt idx="287">
                  <c:v>10-23</c:v>
                </c:pt>
                <c:pt idx="288">
                  <c:v>10-24</c:v>
                </c:pt>
                <c:pt idx="289">
                  <c:v>10-25</c:v>
                </c:pt>
                <c:pt idx="290">
                  <c:v>10-26</c:v>
                </c:pt>
                <c:pt idx="291">
                  <c:v>10-27</c:v>
                </c:pt>
                <c:pt idx="292">
                  <c:v>10-28</c:v>
                </c:pt>
                <c:pt idx="293">
                  <c:v>10-29</c:v>
                </c:pt>
                <c:pt idx="294">
                  <c:v>10-30</c:v>
                </c:pt>
                <c:pt idx="295">
                  <c:v>11-1</c:v>
                </c:pt>
                <c:pt idx="296">
                  <c:v>11-2</c:v>
                </c:pt>
                <c:pt idx="297">
                  <c:v>11-3</c:v>
                </c:pt>
                <c:pt idx="298">
                  <c:v>11-4</c:v>
                </c:pt>
                <c:pt idx="299">
                  <c:v>11-5</c:v>
                </c:pt>
                <c:pt idx="300">
                  <c:v>11-6</c:v>
                </c:pt>
                <c:pt idx="301">
                  <c:v>11-7</c:v>
                </c:pt>
                <c:pt idx="302">
                  <c:v>11-8</c:v>
                </c:pt>
                <c:pt idx="303">
                  <c:v>11-9</c:v>
                </c:pt>
                <c:pt idx="304">
                  <c:v>11-10</c:v>
                </c:pt>
                <c:pt idx="305">
                  <c:v>11-11</c:v>
                </c:pt>
                <c:pt idx="306">
                  <c:v>11-12</c:v>
                </c:pt>
                <c:pt idx="307">
                  <c:v>11-13</c:v>
                </c:pt>
                <c:pt idx="308">
                  <c:v>11-14</c:v>
                </c:pt>
                <c:pt idx="309">
                  <c:v>11-15</c:v>
                </c:pt>
                <c:pt idx="310">
                  <c:v>11-16</c:v>
                </c:pt>
                <c:pt idx="311">
                  <c:v>11-17</c:v>
                </c:pt>
                <c:pt idx="312">
                  <c:v>11-18</c:v>
                </c:pt>
                <c:pt idx="313">
                  <c:v>11-19</c:v>
                </c:pt>
                <c:pt idx="314">
                  <c:v>11-20</c:v>
                </c:pt>
                <c:pt idx="315">
                  <c:v>11-21</c:v>
                </c:pt>
                <c:pt idx="316">
                  <c:v>11-22</c:v>
                </c:pt>
                <c:pt idx="317">
                  <c:v>11-23</c:v>
                </c:pt>
                <c:pt idx="318">
                  <c:v>11-24</c:v>
                </c:pt>
                <c:pt idx="319">
                  <c:v>11-25</c:v>
                </c:pt>
                <c:pt idx="320">
                  <c:v>11-26</c:v>
                </c:pt>
                <c:pt idx="321">
                  <c:v>11-27</c:v>
                </c:pt>
                <c:pt idx="322">
                  <c:v>11-28</c:v>
                </c:pt>
                <c:pt idx="323">
                  <c:v>11-29</c:v>
                </c:pt>
                <c:pt idx="324">
                  <c:v>11-30</c:v>
                </c:pt>
                <c:pt idx="325">
                  <c:v>12-1</c:v>
                </c:pt>
                <c:pt idx="326">
                  <c:v>12-2</c:v>
                </c:pt>
                <c:pt idx="327">
                  <c:v>12-3</c:v>
                </c:pt>
                <c:pt idx="328">
                  <c:v>12-4</c:v>
                </c:pt>
                <c:pt idx="329">
                  <c:v>12-5</c:v>
                </c:pt>
                <c:pt idx="330">
                  <c:v>12-6</c:v>
                </c:pt>
                <c:pt idx="331">
                  <c:v>12-7</c:v>
                </c:pt>
                <c:pt idx="332">
                  <c:v>12-8</c:v>
                </c:pt>
                <c:pt idx="333">
                  <c:v>12-9</c:v>
                </c:pt>
                <c:pt idx="334">
                  <c:v>12-10</c:v>
                </c:pt>
                <c:pt idx="335">
                  <c:v>12-11</c:v>
                </c:pt>
                <c:pt idx="336">
                  <c:v>12-12</c:v>
                </c:pt>
                <c:pt idx="337">
                  <c:v>12-13</c:v>
                </c:pt>
                <c:pt idx="338">
                  <c:v>12-14</c:v>
                </c:pt>
                <c:pt idx="339">
                  <c:v>12-15</c:v>
                </c:pt>
                <c:pt idx="340">
                  <c:v>12-16</c:v>
                </c:pt>
                <c:pt idx="341">
                  <c:v>12-17</c:v>
                </c:pt>
                <c:pt idx="342">
                  <c:v>12-18</c:v>
                </c:pt>
                <c:pt idx="343">
                  <c:v>12-19</c:v>
                </c:pt>
                <c:pt idx="344">
                  <c:v>12-20</c:v>
                </c:pt>
                <c:pt idx="345">
                  <c:v>12-21</c:v>
                </c:pt>
                <c:pt idx="346">
                  <c:v>12-22</c:v>
                </c:pt>
                <c:pt idx="347">
                  <c:v>12-23</c:v>
                </c:pt>
                <c:pt idx="348">
                  <c:v>12-24</c:v>
                </c:pt>
                <c:pt idx="349">
                  <c:v>12-25</c:v>
                </c:pt>
              </c:strCache>
            </c:strRef>
          </c:cat>
          <c:val>
            <c:numRef>
              <c:f>[1.1、日度跟踪666.xlsx]Sheet1!$P$3:$P$352</c:f>
              <c:numCache>
                <c:formatCode>General</c:formatCode>
                <c:ptCount val="350"/>
                <c:pt idx="8">
                  <c:v>115990</c:v>
                </c:pt>
                <c:pt idx="9">
                  <c:v>124188</c:v>
                </c:pt>
                <c:pt idx="10">
                  <c:v>128799</c:v>
                </c:pt>
                <c:pt idx="11">
                  <c:v>126821</c:v>
                </c:pt>
                <c:pt idx="12">
                  <c:v>123832</c:v>
                </c:pt>
                <c:pt idx="13">
                  <c:v>127828</c:v>
                </c:pt>
                <c:pt idx="14">
                  <c:v>133293</c:v>
                </c:pt>
                <c:pt idx="15">
                  <c:v>134590</c:v>
                </c:pt>
                <c:pt idx="16">
                  <c:v>135125</c:v>
                </c:pt>
                <c:pt idx="17">
                  <c:v>134896</c:v>
                </c:pt>
                <c:pt idx="18">
                  <c:v>138341</c:v>
                </c:pt>
                <c:pt idx="19">
                  <c:v>137100</c:v>
                </c:pt>
                <c:pt idx="20">
                  <c:v>136446</c:v>
                </c:pt>
                <c:pt idx="21">
                  <c:v>136917</c:v>
                </c:pt>
                <c:pt idx="22">
                  <c:v>136336</c:v>
                </c:pt>
                <c:pt idx="23">
                  <c:v>136433</c:v>
                </c:pt>
                <c:pt idx="24">
                  <c:v>137314</c:v>
                </c:pt>
                <c:pt idx="25">
                  <c:v>135046</c:v>
                </c:pt>
                <c:pt idx="26">
                  <c:v>133587</c:v>
                </c:pt>
                <c:pt idx="27">
                  <c:v>133176</c:v>
                </c:pt>
                <c:pt idx="28">
                  <c:v>134455</c:v>
                </c:pt>
                <c:pt idx="29">
                  <c:v>133984</c:v>
                </c:pt>
                <c:pt idx="30">
                  <c:v>132779</c:v>
                </c:pt>
                <c:pt idx="31">
                  <c:v>129360</c:v>
                </c:pt>
                <c:pt idx="32">
                  <c:v>127236</c:v>
                </c:pt>
                <c:pt idx="33">
                  <c:v>126362</c:v>
                </c:pt>
                <c:pt idx="34">
                  <c:v>125275</c:v>
                </c:pt>
                <c:pt idx="35">
                  <c:v>125624</c:v>
                </c:pt>
                <c:pt idx="36">
                  <c:v>124312</c:v>
                </c:pt>
                <c:pt idx="37">
                  <c:v>123599</c:v>
                </c:pt>
                <c:pt idx="38">
                  <c:v>125643</c:v>
                </c:pt>
                <c:pt idx="39">
                  <c:v>125731</c:v>
                </c:pt>
                <c:pt idx="40">
                  <c:v>124223</c:v>
                </c:pt>
                <c:pt idx="41">
                  <c:v>122739</c:v>
                </c:pt>
                <c:pt idx="42">
                  <c:v>123213</c:v>
                </c:pt>
                <c:pt idx="43">
                  <c:v>122323</c:v>
                </c:pt>
                <c:pt idx="44">
                  <c:v>123906</c:v>
                </c:pt>
                <c:pt idx="45">
                  <c:v>124653</c:v>
                </c:pt>
                <c:pt idx="46">
                  <c:v>123369</c:v>
                </c:pt>
                <c:pt idx="47">
                  <c:v>122778</c:v>
                </c:pt>
                <c:pt idx="48">
                  <c:v>123024</c:v>
                </c:pt>
                <c:pt idx="49">
                  <c:v>125537</c:v>
                </c:pt>
                <c:pt idx="50">
                  <c:v>126955</c:v>
                </c:pt>
                <c:pt idx="51">
                  <c:v>124562</c:v>
                </c:pt>
                <c:pt idx="52">
                  <c:v>124819</c:v>
                </c:pt>
                <c:pt idx="53">
                  <c:v>128317</c:v>
                </c:pt>
                <c:pt idx="54">
                  <c:v>128383</c:v>
                </c:pt>
                <c:pt idx="55">
                  <c:v>129040</c:v>
                </c:pt>
                <c:pt idx="56">
                  <c:v>129116</c:v>
                </c:pt>
                <c:pt idx="57">
                  <c:v>129103</c:v>
                </c:pt>
                <c:pt idx="58">
                  <c:v>129210</c:v>
                </c:pt>
                <c:pt idx="59">
                  <c:v>128091</c:v>
                </c:pt>
                <c:pt idx="60">
                  <c:v>129118</c:v>
                </c:pt>
                <c:pt idx="61">
                  <c:v>126315</c:v>
                </c:pt>
                <c:pt idx="62">
                  <c:v>128140</c:v>
                </c:pt>
                <c:pt idx="63">
                  <c:v>126464</c:v>
                </c:pt>
                <c:pt idx="64">
                  <c:v>129920</c:v>
                </c:pt>
                <c:pt idx="65">
                  <c:v>131342</c:v>
                </c:pt>
                <c:pt idx="66">
                  <c:v>129586</c:v>
                </c:pt>
                <c:pt idx="67">
                  <c:v>128714</c:v>
                </c:pt>
                <c:pt idx="68">
                  <c:v>131023</c:v>
                </c:pt>
                <c:pt idx="69">
                  <c:v>130816</c:v>
                </c:pt>
                <c:pt idx="70">
                  <c:v>133047</c:v>
                </c:pt>
                <c:pt idx="71">
                  <c:v>134836</c:v>
                </c:pt>
                <c:pt idx="72">
                  <c:v>133838</c:v>
                </c:pt>
                <c:pt idx="73">
                  <c:v>133413</c:v>
                </c:pt>
                <c:pt idx="74">
                  <c:v>136005</c:v>
                </c:pt>
                <c:pt idx="75">
                  <c:v>135589</c:v>
                </c:pt>
                <c:pt idx="76">
                  <c:v>136000</c:v>
                </c:pt>
                <c:pt idx="77">
                  <c:v>135644</c:v>
                </c:pt>
                <c:pt idx="78">
                  <c:v>139089</c:v>
                </c:pt>
                <c:pt idx="79">
                  <c:v>141181</c:v>
                </c:pt>
                <c:pt idx="80">
                  <c:v>145635</c:v>
                </c:pt>
                <c:pt idx="81">
                  <c:v>145718</c:v>
                </c:pt>
                <c:pt idx="82">
                  <c:v>153288</c:v>
                </c:pt>
                <c:pt idx="83">
                  <c:v>153828</c:v>
                </c:pt>
                <c:pt idx="84">
                  <c:v>144583</c:v>
                </c:pt>
                <c:pt idx="85">
                  <c:v>140436</c:v>
                </c:pt>
                <c:pt idx="86">
                  <c:v>139423</c:v>
                </c:pt>
                <c:pt idx="87">
                  <c:v>138217</c:v>
                </c:pt>
                <c:pt idx="88">
                  <c:v>139089</c:v>
                </c:pt>
                <c:pt idx="89">
                  <c:v>138743</c:v>
                </c:pt>
                <c:pt idx="90">
                  <c:v>137867</c:v>
                </c:pt>
                <c:pt idx="91">
                  <c:v>141477</c:v>
                </c:pt>
                <c:pt idx="92">
                  <c:v>141288</c:v>
                </c:pt>
                <c:pt idx="93">
                  <c:v>138256</c:v>
                </c:pt>
                <c:pt idx="94">
                  <c:v>138452</c:v>
                </c:pt>
                <c:pt idx="95">
                  <c:v>138994</c:v>
                </c:pt>
                <c:pt idx="96">
                  <c:v>137031</c:v>
                </c:pt>
                <c:pt idx="97">
                  <c:v>135441</c:v>
                </c:pt>
                <c:pt idx="98">
                  <c:v>136505</c:v>
                </c:pt>
                <c:pt idx="99">
                  <c:v>136367</c:v>
                </c:pt>
                <c:pt idx="100">
                  <c:v>135817</c:v>
                </c:pt>
                <c:pt idx="101">
                  <c:v>134688</c:v>
                </c:pt>
                <c:pt idx="102">
                  <c:v>133378</c:v>
                </c:pt>
                <c:pt idx="103">
                  <c:v>132962</c:v>
                </c:pt>
                <c:pt idx="104">
                  <c:v>129949</c:v>
                </c:pt>
                <c:pt idx="105">
                  <c:v>131866</c:v>
                </c:pt>
                <c:pt idx="106">
                  <c:v>131171</c:v>
                </c:pt>
                <c:pt idx="107">
                  <c:v>130321</c:v>
                </c:pt>
                <c:pt idx="108">
                  <c:v>129347</c:v>
                </c:pt>
                <c:pt idx="109">
                  <c:v>128597</c:v>
                </c:pt>
                <c:pt idx="110">
                  <c:v>127674</c:v>
                </c:pt>
                <c:pt idx="111">
                  <c:v>126124</c:v>
                </c:pt>
                <c:pt idx="112">
                  <c:v>127676</c:v>
                </c:pt>
                <c:pt idx="113">
                  <c:v>125064</c:v>
                </c:pt>
                <c:pt idx="114">
                  <c:v>126004</c:v>
                </c:pt>
                <c:pt idx="115">
                  <c:v>125918</c:v>
                </c:pt>
                <c:pt idx="116">
                  <c:v>125904</c:v>
                </c:pt>
                <c:pt idx="117">
                  <c:v>127206</c:v>
                </c:pt>
                <c:pt idx="118">
                  <c:v>129363</c:v>
                </c:pt>
                <c:pt idx="119">
                  <c:v>131755</c:v>
                </c:pt>
                <c:pt idx="120">
                  <c:v>135791</c:v>
                </c:pt>
                <c:pt idx="121">
                  <c:v>134619</c:v>
                </c:pt>
                <c:pt idx="122">
                  <c:v>129972</c:v>
                </c:pt>
                <c:pt idx="123">
                  <c:v>127145</c:v>
                </c:pt>
                <c:pt idx="124">
                  <c:v>123281</c:v>
                </c:pt>
                <c:pt idx="125">
                  <c:v>121360</c:v>
                </c:pt>
                <c:pt idx="126">
                  <c:v>124874</c:v>
                </c:pt>
                <c:pt idx="127">
                  <c:v>127122</c:v>
                </c:pt>
                <c:pt idx="128">
                  <c:v>126083</c:v>
                </c:pt>
                <c:pt idx="129">
                  <c:v>126693</c:v>
                </c:pt>
                <c:pt idx="130">
                  <c:v>128807</c:v>
                </c:pt>
                <c:pt idx="131">
                  <c:v>129886</c:v>
                </c:pt>
                <c:pt idx="132">
                  <c:v>129979</c:v>
                </c:pt>
                <c:pt idx="133">
                  <c:v>128900</c:v>
                </c:pt>
                <c:pt idx="134">
                  <c:v>128588</c:v>
                </c:pt>
                <c:pt idx="135">
                  <c:v>126988</c:v>
                </c:pt>
                <c:pt idx="136">
                  <c:v>128790</c:v>
                </c:pt>
                <c:pt idx="137">
                  <c:v>129729</c:v>
                </c:pt>
                <c:pt idx="138">
                  <c:v>127418</c:v>
                </c:pt>
                <c:pt idx="139">
                  <c:v>129252</c:v>
                </c:pt>
                <c:pt idx="140">
                  <c:v>130091</c:v>
                </c:pt>
                <c:pt idx="141">
                  <c:v>132391</c:v>
                </c:pt>
                <c:pt idx="142">
                  <c:v>130618</c:v>
                </c:pt>
                <c:pt idx="143">
                  <c:v>131391</c:v>
                </c:pt>
                <c:pt idx="144">
                  <c:v>132413</c:v>
                </c:pt>
                <c:pt idx="145">
                  <c:v>131518</c:v>
                </c:pt>
                <c:pt idx="146">
                  <c:v>132105</c:v>
                </c:pt>
                <c:pt idx="147">
                  <c:v>132909</c:v>
                </c:pt>
                <c:pt idx="148">
                  <c:v>131573</c:v>
                </c:pt>
                <c:pt idx="149">
                  <c:v>133630</c:v>
                </c:pt>
                <c:pt idx="150">
                  <c:v>132818</c:v>
                </c:pt>
                <c:pt idx="151">
                  <c:v>132423</c:v>
                </c:pt>
                <c:pt idx="152">
                  <c:v>130272</c:v>
                </c:pt>
                <c:pt idx="153">
                  <c:v>132729</c:v>
                </c:pt>
                <c:pt idx="154">
                  <c:v>130847</c:v>
                </c:pt>
                <c:pt idx="155">
                  <c:v>132478</c:v>
                </c:pt>
                <c:pt idx="156">
                  <c:v>132659</c:v>
                </c:pt>
                <c:pt idx="157">
                  <c:v>132807</c:v>
                </c:pt>
                <c:pt idx="158">
                  <c:v>131447</c:v>
                </c:pt>
                <c:pt idx="159">
                  <c:v>130956</c:v>
                </c:pt>
                <c:pt idx="160">
                  <c:v>130624</c:v>
                </c:pt>
                <c:pt idx="161">
                  <c:v>131318</c:v>
                </c:pt>
                <c:pt idx="162">
                  <c:v>132954</c:v>
                </c:pt>
                <c:pt idx="163">
                  <c:v>131074</c:v>
                </c:pt>
                <c:pt idx="164">
                  <c:v>131401</c:v>
                </c:pt>
                <c:pt idx="165">
                  <c:v>130420</c:v>
                </c:pt>
                <c:pt idx="166">
                  <c:v>129769</c:v>
                </c:pt>
                <c:pt idx="167">
                  <c:v>130637</c:v>
                </c:pt>
                <c:pt idx="168">
                  <c:v>131773</c:v>
                </c:pt>
                <c:pt idx="169">
                  <c:v>133485</c:v>
                </c:pt>
                <c:pt idx="170">
                  <c:v>132641</c:v>
                </c:pt>
                <c:pt idx="171">
                  <c:v>132138</c:v>
                </c:pt>
                <c:pt idx="172">
                  <c:v>130792</c:v>
                </c:pt>
                <c:pt idx="173">
                  <c:v>131179</c:v>
                </c:pt>
                <c:pt idx="174">
                  <c:v>129110</c:v>
                </c:pt>
                <c:pt idx="175">
                  <c:v>130556</c:v>
                </c:pt>
                <c:pt idx="176">
                  <c:v>132521</c:v>
                </c:pt>
                <c:pt idx="177">
                  <c:v>132757</c:v>
                </c:pt>
                <c:pt idx="178">
                  <c:v>134391</c:v>
                </c:pt>
                <c:pt idx="179">
                  <c:v>132063</c:v>
                </c:pt>
                <c:pt idx="180">
                  <c:v>131264</c:v>
                </c:pt>
                <c:pt idx="181">
                  <c:v>132182</c:v>
                </c:pt>
                <c:pt idx="182">
                  <c:v>132826</c:v>
                </c:pt>
                <c:pt idx="183">
                  <c:v>132893</c:v>
                </c:pt>
                <c:pt idx="184">
                  <c:v>131157</c:v>
                </c:pt>
                <c:pt idx="185">
                  <c:v>131530</c:v>
                </c:pt>
                <c:pt idx="186">
                  <c:v>132338</c:v>
                </c:pt>
                <c:pt idx="187">
                  <c:v>131466</c:v>
                </c:pt>
                <c:pt idx="188">
                  <c:v>132192</c:v>
                </c:pt>
                <c:pt idx="189">
                  <c:v>132631</c:v>
                </c:pt>
                <c:pt idx="190">
                  <c:v>131955</c:v>
                </c:pt>
                <c:pt idx="191">
                  <c:v>129094</c:v>
                </c:pt>
                <c:pt idx="192">
                  <c:v>129460</c:v>
                </c:pt>
                <c:pt idx="193">
                  <c:v>130704</c:v>
                </c:pt>
                <c:pt idx="194">
                  <c:v>131974</c:v>
                </c:pt>
                <c:pt idx="195">
                  <c:v>133111</c:v>
                </c:pt>
                <c:pt idx="196">
                  <c:v>133848</c:v>
                </c:pt>
                <c:pt idx="197">
                  <c:v>135192</c:v>
                </c:pt>
                <c:pt idx="198">
                  <c:v>134673</c:v>
                </c:pt>
                <c:pt idx="199">
                  <c:v>132382</c:v>
                </c:pt>
                <c:pt idx="200">
                  <c:v>132223</c:v>
                </c:pt>
                <c:pt idx="201">
                  <c:v>133326</c:v>
                </c:pt>
                <c:pt idx="202">
                  <c:v>136799</c:v>
                </c:pt>
                <c:pt idx="203">
                  <c:v>138721</c:v>
                </c:pt>
                <c:pt idx="204">
                  <c:v>141902</c:v>
                </c:pt>
                <c:pt idx="205">
                  <c:v>140890</c:v>
                </c:pt>
                <c:pt idx="206">
                  <c:v>138197</c:v>
                </c:pt>
                <c:pt idx="207">
                  <c:v>139118</c:v>
                </c:pt>
                <c:pt idx="208">
                  <c:v>139331</c:v>
                </c:pt>
                <c:pt idx="209">
                  <c:v>141158</c:v>
                </c:pt>
                <c:pt idx="210">
                  <c:v>142313</c:v>
                </c:pt>
                <c:pt idx="211">
                  <c:v>141240</c:v>
                </c:pt>
                <c:pt idx="212">
                  <c:v>142912</c:v>
                </c:pt>
                <c:pt idx="213">
                  <c:v>143480</c:v>
                </c:pt>
                <c:pt idx="214">
                  <c:v>145017</c:v>
                </c:pt>
                <c:pt idx="215">
                  <c:v>146299</c:v>
                </c:pt>
                <c:pt idx="216">
                  <c:v>152158</c:v>
                </c:pt>
                <c:pt idx="217">
                  <c:v>161187</c:v>
                </c:pt>
                <c:pt idx="218">
                  <c:v>172926</c:v>
                </c:pt>
                <c:pt idx="219">
                  <c:v>167385</c:v>
                </c:pt>
                <c:pt idx="220">
                  <c:v>161426</c:v>
                </c:pt>
                <c:pt idx="221">
                  <c:v>139231</c:v>
                </c:pt>
                <c:pt idx="222">
                  <c:v>138483</c:v>
                </c:pt>
                <c:pt idx="223">
                  <c:v>136494</c:v>
                </c:pt>
                <c:pt idx="224">
                  <c:v>137349</c:v>
                </c:pt>
                <c:pt idx="225">
                  <c:v>139162</c:v>
                </c:pt>
                <c:pt idx="226">
                  <c:v>140059</c:v>
                </c:pt>
                <c:pt idx="227">
                  <c:v>142373</c:v>
                </c:pt>
                <c:pt idx="228">
                  <c:v>147882</c:v>
                </c:pt>
                <c:pt idx="229">
                  <c:v>147798</c:v>
                </c:pt>
                <c:pt idx="230">
                  <c:v>144404</c:v>
                </c:pt>
                <c:pt idx="231">
                  <c:v>145988</c:v>
                </c:pt>
                <c:pt idx="232">
                  <c:v>153243</c:v>
                </c:pt>
                <c:pt idx="233">
                  <c:v>153913</c:v>
                </c:pt>
                <c:pt idx="234">
                  <c:v>153823</c:v>
                </c:pt>
                <c:pt idx="235">
                  <c:v>152596</c:v>
                </c:pt>
                <c:pt idx="236">
                  <c:v>147709</c:v>
                </c:pt>
                <c:pt idx="237">
                  <c:v>143820</c:v>
                </c:pt>
                <c:pt idx="238">
                  <c:v>144864</c:v>
                </c:pt>
                <c:pt idx="239">
                  <c:v>146488</c:v>
                </c:pt>
                <c:pt idx="240">
                  <c:v>144493</c:v>
                </c:pt>
                <c:pt idx="241">
                  <c:v>145075</c:v>
                </c:pt>
                <c:pt idx="242">
                  <c:v>146801</c:v>
                </c:pt>
                <c:pt idx="243">
                  <c:v>146348</c:v>
                </c:pt>
                <c:pt idx="244">
                  <c:v>143827</c:v>
                </c:pt>
                <c:pt idx="245">
                  <c:v>146932</c:v>
                </c:pt>
                <c:pt idx="246">
                  <c:v>146125</c:v>
                </c:pt>
                <c:pt idx="247">
                  <c:v>146121</c:v>
                </c:pt>
                <c:pt idx="248">
                  <c:v>145260</c:v>
                </c:pt>
                <c:pt idx="249">
                  <c:v>143422</c:v>
                </c:pt>
                <c:pt idx="250">
                  <c:v>145362</c:v>
                </c:pt>
                <c:pt idx="251">
                  <c:v>143486</c:v>
                </c:pt>
                <c:pt idx="252">
                  <c:v>144724</c:v>
                </c:pt>
                <c:pt idx="253">
                  <c:v>149165</c:v>
                </c:pt>
                <c:pt idx="254">
                  <c:v>148779</c:v>
                </c:pt>
                <c:pt idx="255">
                  <c:v>150348</c:v>
                </c:pt>
                <c:pt idx="256">
                  <c:v>151541</c:v>
                </c:pt>
                <c:pt idx="257">
                  <c:v>151882</c:v>
                </c:pt>
                <c:pt idx="258">
                  <c:v>150538</c:v>
                </c:pt>
                <c:pt idx="259">
                  <c:v>152345</c:v>
                </c:pt>
                <c:pt idx="260">
                  <c:v>152373</c:v>
                </c:pt>
                <c:pt idx="261">
                  <c:v>151460</c:v>
                </c:pt>
                <c:pt idx="262">
                  <c:v>152877</c:v>
                </c:pt>
                <c:pt idx="263">
                  <c:v>153151</c:v>
                </c:pt>
                <c:pt idx="264">
                  <c:v>154460</c:v>
                </c:pt>
                <c:pt idx="265">
                  <c:v>154255</c:v>
                </c:pt>
                <c:pt idx="266">
                  <c:v>155166</c:v>
                </c:pt>
                <c:pt idx="267">
                  <c:v>155757</c:v>
                </c:pt>
                <c:pt idx="268">
                  <c:v>154822</c:v>
                </c:pt>
                <c:pt idx="269">
                  <c:v>152268</c:v>
                </c:pt>
                <c:pt idx="270">
                  <c:v>151608</c:v>
                </c:pt>
                <c:pt idx="271">
                  <c:v>152653</c:v>
                </c:pt>
                <c:pt idx="272">
                  <c:v>152748</c:v>
                </c:pt>
                <c:pt idx="273">
                  <c:v>155639</c:v>
                </c:pt>
                <c:pt idx="274">
                  <c:v>156460</c:v>
                </c:pt>
                <c:pt idx="275">
                  <c:v>154978</c:v>
                </c:pt>
                <c:pt idx="276">
                  <c:v>154512</c:v>
                </c:pt>
                <c:pt idx="277">
                  <c:v>152577</c:v>
                </c:pt>
                <c:pt idx="278">
                  <c:v>152775</c:v>
                </c:pt>
                <c:pt idx="279">
                  <c:v>151411</c:v>
                </c:pt>
                <c:pt idx="280">
                  <c:v>154114</c:v>
                </c:pt>
                <c:pt idx="281">
                  <c:v>156378</c:v>
                </c:pt>
                <c:pt idx="282">
                  <c:v>158536</c:v>
                </c:pt>
                <c:pt idx="283">
                  <c:v>158047</c:v>
                </c:pt>
                <c:pt idx="284">
                  <c:v>158777</c:v>
                </c:pt>
                <c:pt idx="285">
                  <c:v>163784</c:v>
                </c:pt>
                <c:pt idx="286">
                  <c:v>166369</c:v>
                </c:pt>
                <c:pt idx="287">
                  <c:v>167148</c:v>
                </c:pt>
                <c:pt idx="288">
                  <c:v>170786</c:v>
                </c:pt>
                <c:pt idx="289">
                  <c:v>171490</c:v>
                </c:pt>
                <c:pt idx="290">
                  <c:v>168384</c:v>
                </c:pt>
                <c:pt idx="291">
                  <c:v>166853</c:v>
                </c:pt>
                <c:pt idx="292">
                  <c:v>167602</c:v>
                </c:pt>
                <c:pt idx="293">
                  <c:v>169782</c:v>
                </c:pt>
                <c:pt idx="294">
                  <c:v>170558</c:v>
                </c:pt>
                <c:pt idx="295">
                  <c:v>172811</c:v>
                </c:pt>
                <c:pt idx="296">
                  <c:v>171463</c:v>
                </c:pt>
                <c:pt idx="297">
                  <c:v>170018</c:v>
                </c:pt>
                <c:pt idx="298">
                  <c:v>168285</c:v>
                </c:pt>
                <c:pt idx="299">
                  <c:v>167415</c:v>
                </c:pt>
                <c:pt idx="300">
                  <c:v>169679</c:v>
                </c:pt>
                <c:pt idx="301">
                  <c:v>172877</c:v>
                </c:pt>
                <c:pt idx="302">
                  <c:v>174415</c:v>
                </c:pt>
                <c:pt idx="303">
                  <c:v>175138</c:v>
                </c:pt>
                <c:pt idx="304">
                  <c:v>177161</c:v>
                </c:pt>
                <c:pt idx="305">
                  <c:v>180576</c:v>
                </c:pt>
                <c:pt idx="306">
                  <c:v>182804</c:v>
                </c:pt>
                <c:pt idx="307">
                  <c:v>183706</c:v>
                </c:pt>
                <c:pt idx="308">
                  <c:v>186573</c:v>
                </c:pt>
                <c:pt idx="309">
                  <c:v>191004</c:v>
                </c:pt>
                <c:pt idx="310">
                  <c:v>193048</c:v>
                </c:pt>
                <c:pt idx="311">
                  <c:v>191080</c:v>
                </c:pt>
                <c:pt idx="312">
                  <c:v>195990</c:v>
                </c:pt>
                <c:pt idx="313">
                  <c:v>201854</c:v>
                </c:pt>
                <c:pt idx="314">
                  <c:v>206344</c:v>
                </c:pt>
                <c:pt idx="315">
                  <c:v>199489</c:v>
                </c:pt>
                <c:pt idx="316">
                  <c:v>192915</c:v>
                </c:pt>
                <c:pt idx="317">
                  <c:v>191498</c:v>
                </c:pt>
                <c:pt idx="318">
                  <c:v>190638</c:v>
                </c:pt>
                <c:pt idx="319">
                  <c:v>191404</c:v>
                </c:pt>
                <c:pt idx="320">
                  <c:v>188505</c:v>
                </c:pt>
                <c:pt idx="321">
                  <c:v>188143</c:v>
                </c:pt>
                <c:pt idx="322">
                  <c:v>187473</c:v>
                </c:pt>
                <c:pt idx="323">
                  <c:v>188490</c:v>
                </c:pt>
                <c:pt idx="324">
                  <c:v>188707</c:v>
                </c:pt>
                <c:pt idx="325">
                  <c:v>190789</c:v>
                </c:pt>
                <c:pt idx="326">
                  <c:v>186915</c:v>
                </c:pt>
                <c:pt idx="327">
                  <c:v>187801</c:v>
                </c:pt>
                <c:pt idx="328">
                  <c:v>184789</c:v>
                </c:pt>
                <c:pt idx="329">
                  <c:v>182452</c:v>
                </c:pt>
                <c:pt idx="330">
                  <c:v>183306</c:v>
                </c:pt>
                <c:pt idx="331">
                  <c:v>181270</c:v>
                </c:pt>
                <c:pt idx="332">
                  <c:v>180241</c:v>
                </c:pt>
                <c:pt idx="333">
                  <c:v>180679</c:v>
                </c:pt>
                <c:pt idx="334">
                  <c:v>182713</c:v>
                </c:pt>
                <c:pt idx="335">
                  <c:v>182870</c:v>
                </c:pt>
                <c:pt idx="336">
                  <c:v>184949</c:v>
                </c:pt>
                <c:pt idx="337">
                  <c:v>185626</c:v>
                </c:pt>
                <c:pt idx="338">
                  <c:v>184885</c:v>
                </c:pt>
                <c:pt idx="339">
                  <c:v>185580</c:v>
                </c:pt>
                <c:pt idx="340">
                  <c:v>193461</c:v>
                </c:pt>
                <c:pt idx="341">
                  <c:v>196404</c:v>
                </c:pt>
                <c:pt idx="342">
                  <c:v>197074</c:v>
                </c:pt>
                <c:pt idx="343">
                  <c:v>204940</c:v>
                </c:pt>
                <c:pt idx="344">
                  <c:v>219632</c:v>
                </c:pt>
                <c:pt idx="345">
                  <c:v>228415</c:v>
                </c:pt>
                <c:pt idx="346">
                  <c:v>256083</c:v>
                </c:pt>
                <c:pt idx="347">
                  <c:v>291256</c:v>
                </c:pt>
                <c:pt idx="348">
                  <c:v>294426</c:v>
                </c:pt>
                <c:pt idx="349">
                  <c:v>278919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[1.1、日度跟踪666.xlsx]Sheet1!$Q$2</c:f>
              <c:strCache>
                <c:ptCount val="1"/>
                <c:pt idx="0">
                  <c:v>2025年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[1.1、日度跟踪666.xlsx]Sheet1!$K$3:$K$352</c:f>
              <c:strCache>
                <c:ptCount val="350"/>
                <c:pt idx="0">
                  <c:v>1-1</c:v>
                </c:pt>
                <c:pt idx="1">
                  <c:v>1-2</c:v>
                </c:pt>
                <c:pt idx="2">
                  <c:v>1-3</c:v>
                </c:pt>
                <c:pt idx="3">
                  <c:v>1-4</c:v>
                </c:pt>
                <c:pt idx="4">
                  <c:v>1-5</c:v>
                </c:pt>
                <c:pt idx="5">
                  <c:v>1-6</c:v>
                </c:pt>
                <c:pt idx="6">
                  <c:v>1-7</c:v>
                </c:pt>
                <c:pt idx="7">
                  <c:v>1-8</c:v>
                </c:pt>
                <c:pt idx="8">
                  <c:v>1-9</c:v>
                </c:pt>
                <c:pt idx="9">
                  <c:v>1-10</c:v>
                </c:pt>
                <c:pt idx="10">
                  <c:v>1-11</c:v>
                </c:pt>
                <c:pt idx="11">
                  <c:v>1-12</c:v>
                </c:pt>
                <c:pt idx="12">
                  <c:v>1-13</c:v>
                </c:pt>
                <c:pt idx="13">
                  <c:v>1-14</c:v>
                </c:pt>
                <c:pt idx="14">
                  <c:v>1-15</c:v>
                </c:pt>
                <c:pt idx="15">
                  <c:v>1-16</c:v>
                </c:pt>
                <c:pt idx="16">
                  <c:v>1-17</c:v>
                </c:pt>
                <c:pt idx="17">
                  <c:v>1-18</c:v>
                </c:pt>
                <c:pt idx="18">
                  <c:v>1-19</c:v>
                </c:pt>
                <c:pt idx="19">
                  <c:v>1-20</c:v>
                </c:pt>
                <c:pt idx="20">
                  <c:v>1-21</c:v>
                </c:pt>
                <c:pt idx="21">
                  <c:v>1-22</c:v>
                </c:pt>
                <c:pt idx="22">
                  <c:v>1-23</c:v>
                </c:pt>
                <c:pt idx="23">
                  <c:v>1-24</c:v>
                </c:pt>
                <c:pt idx="24">
                  <c:v>1-25</c:v>
                </c:pt>
                <c:pt idx="25">
                  <c:v>1-26</c:v>
                </c:pt>
                <c:pt idx="26">
                  <c:v>1-27</c:v>
                </c:pt>
                <c:pt idx="27">
                  <c:v>1-28</c:v>
                </c:pt>
                <c:pt idx="28">
                  <c:v>1-29</c:v>
                </c:pt>
                <c:pt idx="29">
                  <c:v>2-1</c:v>
                </c:pt>
                <c:pt idx="30">
                  <c:v>2-2</c:v>
                </c:pt>
                <c:pt idx="31">
                  <c:v>2-3</c:v>
                </c:pt>
                <c:pt idx="32">
                  <c:v>2-4</c:v>
                </c:pt>
                <c:pt idx="33">
                  <c:v>2-5</c:v>
                </c:pt>
                <c:pt idx="34">
                  <c:v>2-6</c:v>
                </c:pt>
                <c:pt idx="35">
                  <c:v>2-7</c:v>
                </c:pt>
                <c:pt idx="36">
                  <c:v>2-8</c:v>
                </c:pt>
                <c:pt idx="37">
                  <c:v>2-9</c:v>
                </c:pt>
                <c:pt idx="38">
                  <c:v>2-10</c:v>
                </c:pt>
                <c:pt idx="39">
                  <c:v>2-11</c:v>
                </c:pt>
                <c:pt idx="40">
                  <c:v>2-12</c:v>
                </c:pt>
                <c:pt idx="41">
                  <c:v>2-13</c:v>
                </c:pt>
                <c:pt idx="42">
                  <c:v>2-14</c:v>
                </c:pt>
                <c:pt idx="43">
                  <c:v>2-15</c:v>
                </c:pt>
                <c:pt idx="44">
                  <c:v>2-16</c:v>
                </c:pt>
                <c:pt idx="45">
                  <c:v>2-17</c:v>
                </c:pt>
                <c:pt idx="46">
                  <c:v>2-18</c:v>
                </c:pt>
                <c:pt idx="47">
                  <c:v>2-19</c:v>
                </c:pt>
                <c:pt idx="48">
                  <c:v>2-20</c:v>
                </c:pt>
                <c:pt idx="49">
                  <c:v>2-21</c:v>
                </c:pt>
                <c:pt idx="50">
                  <c:v>2-22</c:v>
                </c:pt>
                <c:pt idx="51">
                  <c:v>2-23</c:v>
                </c:pt>
                <c:pt idx="52">
                  <c:v>2-24</c:v>
                </c:pt>
                <c:pt idx="53">
                  <c:v>2-25</c:v>
                </c:pt>
                <c:pt idx="54">
                  <c:v>2-26</c:v>
                </c:pt>
                <c:pt idx="55">
                  <c:v>2-27</c:v>
                </c:pt>
                <c:pt idx="56">
                  <c:v>2-28</c:v>
                </c:pt>
                <c:pt idx="57">
                  <c:v>2-29</c:v>
                </c:pt>
                <c:pt idx="58">
                  <c:v>2-30</c:v>
                </c:pt>
                <c:pt idx="59">
                  <c:v>3-1</c:v>
                </c:pt>
                <c:pt idx="60">
                  <c:v>3-2</c:v>
                </c:pt>
                <c:pt idx="61">
                  <c:v>3-3</c:v>
                </c:pt>
                <c:pt idx="62">
                  <c:v>3-4</c:v>
                </c:pt>
                <c:pt idx="63">
                  <c:v>3-5</c:v>
                </c:pt>
                <c:pt idx="64">
                  <c:v>3-6</c:v>
                </c:pt>
                <c:pt idx="65">
                  <c:v>3-7</c:v>
                </c:pt>
                <c:pt idx="66">
                  <c:v>3-8</c:v>
                </c:pt>
                <c:pt idx="67">
                  <c:v>3-9</c:v>
                </c:pt>
                <c:pt idx="68">
                  <c:v>3-10</c:v>
                </c:pt>
                <c:pt idx="69">
                  <c:v>3-11</c:v>
                </c:pt>
                <c:pt idx="70">
                  <c:v>3-12</c:v>
                </c:pt>
                <c:pt idx="71">
                  <c:v>3-13</c:v>
                </c:pt>
                <c:pt idx="72">
                  <c:v>3-14</c:v>
                </c:pt>
                <c:pt idx="73">
                  <c:v>3-15</c:v>
                </c:pt>
                <c:pt idx="74">
                  <c:v>3-16</c:v>
                </c:pt>
                <c:pt idx="75">
                  <c:v>3-17</c:v>
                </c:pt>
                <c:pt idx="76">
                  <c:v>3-18</c:v>
                </c:pt>
                <c:pt idx="77">
                  <c:v>3-19</c:v>
                </c:pt>
                <c:pt idx="78">
                  <c:v>3-20</c:v>
                </c:pt>
                <c:pt idx="79">
                  <c:v>3-21</c:v>
                </c:pt>
                <c:pt idx="80">
                  <c:v>3-22</c:v>
                </c:pt>
                <c:pt idx="81">
                  <c:v>3-23</c:v>
                </c:pt>
                <c:pt idx="82">
                  <c:v>3-24</c:v>
                </c:pt>
                <c:pt idx="83">
                  <c:v>3-25</c:v>
                </c:pt>
                <c:pt idx="84">
                  <c:v>3-26</c:v>
                </c:pt>
                <c:pt idx="85">
                  <c:v>3-27</c:v>
                </c:pt>
                <c:pt idx="86">
                  <c:v>3-28</c:v>
                </c:pt>
                <c:pt idx="87">
                  <c:v>3-29</c:v>
                </c:pt>
                <c:pt idx="88">
                  <c:v>4-1</c:v>
                </c:pt>
                <c:pt idx="89">
                  <c:v>4-2</c:v>
                </c:pt>
                <c:pt idx="90">
                  <c:v>4-3</c:v>
                </c:pt>
                <c:pt idx="91">
                  <c:v>4-4</c:v>
                </c:pt>
                <c:pt idx="92">
                  <c:v>4-5</c:v>
                </c:pt>
                <c:pt idx="93">
                  <c:v>4-6</c:v>
                </c:pt>
                <c:pt idx="94">
                  <c:v>4-7</c:v>
                </c:pt>
                <c:pt idx="95">
                  <c:v>4-8</c:v>
                </c:pt>
                <c:pt idx="96">
                  <c:v>4-9</c:v>
                </c:pt>
                <c:pt idx="97">
                  <c:v>4-10</c:v>
                </c:pt>
                <c:pt idx="98">
                  <c:v>4-11</c:v>
                </c:pt>
                <c:pt idx="99">
                  <c:v>4-12</c:v>
                </c:pt>
                <c:pt idx="100">
                  <c:v>4-13</c:v>
                </c:pt>
                <c:pt idx="101">
                  <c:v>4-14</c:v>
                </c:pt>
                <c:pt idx="102">
                  <c:v>4-15</c:v>
                </c:pt>
                <c:pt idx="103">
                  <c:v>4-16</c:v>
                </c:pt>
                <c:pt idx="104">
                  <c:v>4-17</c:v>
                </c:pt>
                <c:pt idx="105">
                  <c:v>4-18</c:v>
                </c:pt>
                <c:pt idx="106">
                  <c:v>4-19</c:v>
                </c:pt>
                <c:pt idx="107">
                  <c:v>4-20</c:v>
                </c:pt>
                <c:pt idx="108">
                  <c:v>4-21</c:v>
                </c:pt>
                <c:pt idx="109">
                  <c:v>4-22</c:v>
                </c:pt>
                <c:pt idx="110">
                  <c:v>4-23</c:v>
                </c:pt>
                <c:pt idx="111">
                  <c:v>4-24</c:v>
                </c:pt>
                <c:pt idx="112">
                  <c:v>4-25</c:v>
                </c:pt>
                <c:pt idx="113">
                  <c:v>4-26</c:v>
                </c:pt>
                <c:pt idx="114">
                  <c:v>4-27</c:v>
                </c:pt>
                <c:pt idx="115">
                  <c:v>4-28</c:v>
                </c:pt>
                <c:pt idx="116">
                  <c:v>4-29</c:v>
                </c:pt>
                <c:pt idx="117">
                  <c:v>5-1</c:v>
                </c:pt>
                <c:pt idx="118">
                  <c:v>5-2</c:v>
                </c:pt>
                <c:pt idx="119">
                  <c:v>5-3</c:v>
                </c:pt>
                <c:pt idx="120">
                  <c:v>5-4</c:v>
                </c:pt>
                <c:pt idx="121">
                  <c:v>5-5</c:v>
                </c:pt>
                <c:pt idx="122">
                  <c:v>5-6</c:v>
                </c:pt>
                <c:pt idx="123">
                  <c:v>5-7</c:v>
                </c:pt>
                <c:pt idx="124">
                  <c:v>5-8</c:v>
                </c:pt>
                <c:pt idx="125">
                  <c:v>5-9</c:v>
                </c:pt>
                <c:pt idx="126">
                  <c:v>5-10</c:v>
                </c:pt>
                <c:pt idx="127">
                  <c:v>5-11</c:v>
                </c:pt>
                <c:pt idx="128">
                  <c:v>5-12</c:v>
                </c:pt>
                <c:pt idx="129">
                  <c:v>5-13</c:v>
                </c:pt>
                <c:pt idx="130">
                  <c:v>5-14</c:v>
                </c:pt>
                <c:pt idx="131">
                  <c:v>5-15</c:v>
                </c:pt>
                <c:pt idx="132">
                  <c:v>5-16</c:v>
                </c:pt>
                <c:pt idx="133">
                  <c:v>5-17</c:v>
                </c:pt>
                <c:pt idx="134">
                  <c:v>5-18</c:v>
                </c:pt>
                <c:pt idx="135">
                  <c:v>5-19</c:v>
                </c:pt>
                <c:pt idx="136">
                  <c:v>5-20</c:v>
                </c:pt>
                <c:pt idx="137">
                  <c:v>5-21</c:v>
                </c:pt>
                <c:pt idx="138">
                  <c:v>5-22</c:v>
                </c:pt>
                <c:pt idx="139">
                  <c:v>5-23</c:v>
                </c:pt>
                <c:pt idx="140">
                  <c:v>5-24</c:v>
                </c:pt>
                <c:pt idx="141">
                  <c:v>5-25</c:v>
                </c:pt>
                <c:pt idx="142">
                  <c:v>5-26</c:v>
                </c:pt>
                <c:pt idx="143">
                  <c:v>5-27</c:v>
                </c:pt>
                <c:pt idx="144">
                  <c:v>5-28</c:v>
                </c:pt>
                <c:pt idx="145">
                  <c:v>5-29</c:v>
                </c:pt>
                <c:pt idx="146">
                  <c:v>5-30</c:v>
                </c:pt>
                <c:pt idx="147">
                  <c:v>6-1</c:v>
                </c:pt>
                <c:pt idx="148">
                  <c:v>6-2</c:v>
                </c:pt>
                <c:pt idx="149">
                  <c:v>6-3</c:v>
                </c:pt>
                <c:pt idx="150">
                  <c:v>6-4</c:v>
                </c:pt>
                <c:pt idx="151">
                  <c:v>6-5</c:v>
                </c:pt>
                <c:pt idx="152">
                  <c:v>6-6</c:v>
                </c:pt>
                <c:pt idx="153">
                  <c:v>6-7</c:v>
                </c:pt>
                <c:pt idx="154">
                  <c:v>6-8</c:v>
                </c:pt>
                <c:pt idx="155">
                  <c:v>6-9</c:v>
                </c:pt>
                <c:pt idx="156">
                  <c:v>6-10</c:v>
                </c:pt>
                <c:pt idx="157">
                  <c:v>6-11</c:v>
                </c:pt>
                <c:pt idx="158">
                  <c:v>6-12</c:v>
                </c:pt>
                <c:pt idx="159">
                  <c:v>6-13</c:v>
                </c:pt>
                <c:pt idx="160">
                  <c:v>6-14</c:v>
                </c:pt>
                <c:pt idx="161">
                  <c:v>6-15</c:v>
                </c:pt>
                <c:pt idx="162">
                  <c:v>6-16</c:v>
                </c:pt>
                <c:pt idx="163">
                  <c:v>6-17</c:v>
                </c:pt>
                <c:pt idx="164">
                  <c:v>6-18</c:v>
                </c:pt>
                <c:pt idx="165">
                  <c:v>6-19</c:v>
                </c:pt>
                <c:pt idx="166">
                  <c:v>6-20</c:v>
                </c:pt>
                <c:pt idx="167">
                  <c:v>6-21</c:v>
                </c:pt>
                <c:pt idx="168">
                  <c:v>6-22</c:v>
                </c:pt>
                <c:pt idx="169">
                  <c:v>6-23</c:v>
                </c:pt>
                <c:pt idx="170">
                  <c:v>6-24</c:v>
                </c:pt>
                <c:pt idx="171">
                  <c:v>6-25</c:v>
                </c:pt>
                <c:pt idx="172">
                  <c:v>6-26</c:v>
                </c:pt>
                <c:pt idx="173">
                  <c:v>6-27</c:v>
                </c:pt>
                <c:pt idx="174">
                  <c:v>6-28</c:v>
                </c:pt>
                <c:pt idx="175">
                  <c:v>6-29</c:v>
                </c:pt>
                <c:pt idx="176">
                  <c:v>7-1</c:v>
                </c:pt>
                <c:pt idx="177">
                  <c:v>7-2</c:v>
                </c:pt>
                <c:pt idx="178">
                  <c:v>7-3</c:v>
                </c:pt>
                <c:pt idx="179">
                  <c:v>7-4</c:v>
                </c:pt>
                <c:pt idx="180">
                  <c:v>7-5</c:v>
                </c:pt>
                <c:pt idx="181">
                  <c:v>7-6</c:v>
                </c:pt>
                <c:pt idx="182">
                  <c:v>7-7</c:v>
                </c:pt>
                <c:pt idx="183">
                  <c:v>7-8</c:v>
                </c:pt>
                <c:pt idx="184">
                  <c:v>7-9</c:v>
                </c:pt>
                <c:pt idx="185">
                  <c:v>7-10</c:v>
                </c:pt>
                <c:pt idx="186">
                  <c:v>7-11</c:v>
                </c:pt>
                <c:pt idx="187">
                  <c:v>7-12</c:v>
                </c:pt>
                <c:pt idx="188">
                  <c:v>7-13</c:v>
                </c:pt>
                <c:pt idx="189">
                  <c:v>7-14</c:v>
                </c:pt>
                <c:pt idx="190">
                  <c:v>7-15</c:v>
                </c:pt>
                <c:pt idx="191">
                  <c:v>7-16</c:v>
                </c:pt>
                <c:pt idx="192">
                  <c:v>7-17</c:v>
                </c:pt>
                <c:pt idx="193">
                  <c:v>7-18</c:v>
                </c:pt>
                <c:pt idx="194">
                  <c:v>7-19</c:v>
                </c:pt>
                <c:pt idx="195">
                  <c:v>7-20</c:v>
                </c:pt>
                <c:pt idx="196">
                  <c:v>7-21</c:v>
                </c:pt>
                <c:pt idx="197">
                  <c:v>7-22</c:v>
                </c:pt>
                <c:pt idx="198">
                  <c:v>7-23</c:v>
                </c:pt>
                <c:pt idx="199">
                  <c:v>7-24</c:v>
                </c:pt>
                <c:pt idx="200">
                  <c:v>7-25</c:v>
                </c:pt>
                <c:pt idx="201">
                  <c:v>7-26</c:v>
                </c:pt>
                <c:pt idx="202">
                  <c:v>7-27</c:v>
                </c:pt>
                <c:pt idx="203">
                  <c:v>7-28</c:v>
                </c:pt>
                <c:pt idx="204">
                  <c:v>7-29</c:v>
                </c:pt>
                <c:pt idx="205">
                  <c:v>7-30</c:v>
                </c:pt>
                <c:pt idx="206">
                  <c:v>8-1</c:v>
                </c:pt>
                <c:pt idx="207">
                  <c:v>8-2</c:v>
                </c:pt>
                <c:pt idx="208">
                  <c:v>8-3</c:v>
                </c:pt>
                <c:pt idx="209">
                  <c:v>8-4</c:v>
                </c:pt>
                <c:pt idx="210">
                  <c:v>8-5</c:v>
                </c:pt>
                <c:pt idx="211">
                  <c:v>8-6</c:v>
                </c:pt>
                <c:pt idx="212">
                  <c:v>8-7</c:v>
                </c:pt>
                <c:pt idx="213">
                  <c:v>8-8</c:v>
                </c:pt>
                <c:pt idx="214">
                  <c:v>8-9</c:v>
                </c:pt>
                <c:pt idx="215">
                  <c:v>8-10</c:v>
                </c:pt>
                <c:pt idx="216">
                  <c:v>8-11</c:v>
                </c:pt>
                <c:pt idx="217">
                  <c:v>8-12</c:v>
                </c:pt>
                <c:pt idx="218">
                  <c:v>8-13</c:v>
                </c:pt>
                <c:pt idx="219">
                  <c:v>8-14</c:v>
                </c:pt>
                <c:pt idx="220">
                  <c:v>8-15</c:v>
                </c:pt>
                <c:pt idx="221">
                  <c:v>8-16</c:v>
                </c:pt>
                <c:pt idx="222">
                  <c:v>8-17</c:v>
                </c:pt>
                <c:pt idx="223">
                  <c:v>8-18</c:v>
                </c:pt>
                <c:pt idx="224">
                  <c:v>8-19</c:v>
                </c:pt>
                <c:pt idx="225">
                  <c:v>8-20</c:v>
                </c:pt>
                <c:pt idx="226">
                  <c:v>8-21</c:v>
                </c:pt>
                <c:pt idx="227">
                  <c:v>8-22</c:v>
                </c:pt>
                <c:pt idx="228">
                  <c:v>8-23</c:v>
                </c:pt>
                <c:pt idx="229">
                  <c:v>8-24</c:v>
                </c:pt>
                <c:pt idx="230">
                  <c:v>8-25</c:v>
                </c:pt>
                <c:pt idx="231">
                  <c:v>8-26</c:v>
                </c:pt>
                <c:pt idx="232">
                  <c:v>8-27</c:v>
                </c:pt>
                <c:pt idx="233">
                  <c:v>8-28</c:v>
                </c:pt>
                <c:pt idx="234">
                  <c:v>8-29</c:v>
                </c:pt>
                <c:pt idx="235">
                  <c:v>8-30</c:v>
                </c:pt>
                <c:pt idx="236">
                  <c:v>9-1</c:v>
                </c:pt>
                <c:pt idx="237">
                  <c:v>9-2</c:v>
                </c:pt>
                <c:pt idx="238">
                  <c:v>9-3</c:v>
                </c:pt>
                <c:pt idx="239">
                  <c:v>9-4</c:v>
                </c:pt>
                <c:pt idx="240">
                  <c:v>9-5</c:v>
                </c:pt>
                <c:pt idx="241">
                  <c:v>9-6</c:v>
                </c:pt>
                <c:pt idx="242">
                  <c:v>9-7</c:v>
                </c:pt>
                <c:pt idx="243">
                  <c:v>9-8</c:v>
                </c:pt>
                <c:pt idx="244">
                  <c:v>9-9</c:v>
                </c:pt>
                <c:pt idx="245">
                  <c:v>9-10</c:v>
                </c:pt>
                <c:pt idx="246">
                  <c:v>9-11</c:v>
                </c:pt>
                <c:pt idx="247">
                  <c:v>9-12</c:v>
                </c:pt>
                <c:pt idx="248">
                  <c:v>9-13</c:v>
                </c:pt>
                <c:pt idx="249">
                  <c:v>9-14</c:v>
                </c:pt>
                <c:pt idx="250">
                  <c:v>9-15</c:v>
                </c:pt>
                <c:pt idx="251">
                  <c:v>9-16</c:v>
                </c:pt>
                <c:pt idx="252">
                  <c:v>9-17</c:v>
                </c:pt>
                <c:pt idx="253">
                  <c:v>9-18</c:v>
                </c:pt>
                <c:pt idx="254">
                  <c:v>9-19</c:v>
                </c:pt>
                <c:pt idx="255">
                  <c:v>9-20</c:v>
                </c:pt>
                <c:pt idx="256">
                  <c:v>9-21</c:v>
                </c:pt>
                <c:pt idx="257">
                  <c:v>9-22</c:v>
                </c:pt>
                <c:pt idx="258">
                  <c:v>9-23</c:v>
                </c:pt>
                <c:pt idx="259">
                  <c:v>9-24</c:v>
                </c:pt>
                <c:pt idx="260">
                  <c:v>9-25</c:v>
                </c:pt>
                <c:pt idx="261">
                  <c:v>9-26</c:v>
                </c:pt>
                <c:pt idx="262">
                  <c:v>9-27</c:v>
                </c:pt>
                <c:pt idx="263">
                  <c:v>9-28</c:v>
                </c:pt>
                <c:pt idx="264">
                  <c:v>9-29</c:v>
                </c:pt>
                <c:pt idx="265">
                  <c:v>10-1</c:v>
                </c:pt>
                <c:pt idx="266">
                  <c:v>10-2</c:v>
                </c:pt>
                <c:pt idx="267">
                  <c:v>10-3</c:v>
                </c:pt>
                <c:pt idx="268">
                  <c:v>10-4</c:v>
                </c:pt>
                <c:pt idx="269">
                  <c:v>10-5</c:v>
                </c:pt>
                <c:pt idx="270">
                  <c:v>10-6</c:v>
                </c:pt>
                <c:pt idx="271">
                  <c:v>10-7</c:v>
                </c:pt>
                <c:pt idx="272">
                  <c:v>10-8</c:v>
                </c:pt>
                <c:pt idx="273">
                  <c:v>10-9</c:v>
                </c:pt>
                <c:pt idx="274">
                  <c:v>10-10</c:v>
                </c:pt>
                <c:pt idx="275">
                  <c:v>10-11</c:v>
                </c:pt>
                <c:pt idx="276">
                  <c:v>10-12</c:v>
                </c:pt>
                <c:pt idx="277">
                  <c:v>10-13</c:v>
                </c:pt>
                <c:pt idx="278">
                  <c:v>10-14</c:v>
                </c:pt>
                <c:pt idx="279">
                  <c:v>10-15</c:v>
                </c:pt>
                <c:pt idx="280">
                  <c:v>10-16</c:v>
                </c:pt>
                <c:pt idx="281">
                  <c:v>10-17</c:v>
                </c:pt>
                <c:pt idx="282">
                  <c:v>10-18</c:v>
                </c:pt>
                <c:pt idx="283">
                  <c:v>10-19</c:v>
                </c:pt>
                <c:pt idx="284">
                  <c:v>10-20</c:v>
                </c:pt>
                <c:pt idx="285">
                  <c:v>10-21</c:v>
                </c:pt>
                <c:pt idx="286">
                  <c:v>10-22</c:v>
                </c:pt>
                <c:pt idx="287">
                  <c:v>10-23</c:v>
                </c:pt>
                <c:pt idx="288">
                  <c:v>10-24</c:v>
                </c:pt>
                <c:pt idx="289">
                  <c:v>10-25</c:v>
                </c:pt>
                <c:pt idx="290">
                  <c:v>10-26</c:v>
                </c:pt>
                <c:pt idx="291">
                  <c:v>10-27</c:v>
                </c:pt>
                <c:pt idx="292">
                  <c:v>10-28</c:v>
                </c:pt>
                <c:pt idx="293">
                  <c:v>10-29</c:v>
                </c:pt>
                <c:pt idx="294">
                  <c:v>10-30</c:v>
                </c:pt>
                <c:pt idx="295">
                  <c:v>11-1</c:v>
                </c:pt>
                <c:pt idx="296">
                  <c:v>11-2</c:v>
                </c:pt>
                <c:pt idx="297">
                  <c:v>11-3</c:v>
                </c:pt>
                <c:pt idx="298">
                  <c:v>11-4</c:v>
                </c:pt>
                <c:pt idx="299">
                  <c:v>11-5</c:v>
                </c:pt>
                <c:pt idx="300">
                  <c:v>11-6</c:v>
                </c:pt>
                <c:pt idx="301">
                  <c:v>11-7</c:v>
                </c:pt>
                <c:pt idx="302">
                  <c:v>11-8</c:v>
                </c:pt>
                <c:pt idx="303">
                  <c:v>11-9</c:v>
                </c:pt>
                <c:pt idx="304">
                  <c:v>11-10</c:v>
                </c:pt>
                <c:pt idx="305">
                  <c:v>11-11</c:v>
                </c:pt>
                <c:pt idx="306">
                  <c:v>11-12</c:v>
                </c:pt>
                <c:pt idx="307">
                  <c:v>11-13</c:v>
                </c:pt>
                <c:pt idx="308">
                  <c:v>11-14</c:v>
                </c:pt>
                <c:pt idx="309">
                  <c:v>11-15</c:v>
                </c:pt>
                <c:pt idx="310">
                  <c:v>11-16</c:v>
                </c:pt>
                <c:pt idx="311">
                  <c:v>11-17</c:v>
                </c:pt>
                <c:pt idx="312">
                  <c:v>11-18</c:v>
                </c:pt>
                <c:pt idx="313">
                  <c:v>11-19</c:v>
                </c:pt>
                <c:pt idx="314">
                  <c:v>11-20</c:v>
                </c:pt>
                <c:pt idx="315">
                  <c:v>11-21</c:v>
                </c:pt>
                <c:pt idx="316">
                  <c:v>11-22</c:v>
                </c:pt>
                <c:pt idx="317">
                  <c:v>11-23</c:v>
                </c:pt>
                <c:pt idx="318">
                  <c:v>11-24</c:v>
                </c:pt>
                <c:pt idx="319">
                  <c:v>11-25</c:v>
                </c:pt>
                <c:pt idx="320">
                  <c:v>11-26</c:v>
                </c:pt>
                <c:pt idx="321">
                  <c:v>11-27</c:v>
                </c:pt>
                <c:pt idx="322">
                  <c:v>11-28</c:v>
                </c:pt>
                <c:pt idx="323">
                  <c:v>11-29</c:v>
                </c:pt>
                <c:pt idx="324">
                  <c:v>11-30</c:v>
                </c:pt>
                <c:pt idx="325">
                  <c:v>12-1</c:v>
                </c:pt>
                <c:pt idx="326">
                  <c:v>12-2</c:v>
                </c:pt>
                <c:pt idx="327">
                  <c:v>12-3</c:v>
                </c:pt>
                <c:pt idx="328">
                  <c:v>12-4</c:v>
                </c:pt>
                <c:pt idx="329">
                  <c:v>12-5</c:v>
                </c:pt>
                <c:pt idx="330">
                  <c:v>12-6</c:v>
                </c:pt>
                <c:pt idx="331">
                  <c:v>12-7</c:v>
                </c:pt>
                <c:pt idx="332">
                  <c:v>12-8</c:v>
                </c:pt>
                <c:pt idx="333">
                  <c:v>12-9</c:v>
                </c:pt>
                <c:pt idx="334">
                  <c:v>12-10</c:v>
                </c:pt>
                <c:pt idx="335">
                  <c:v>12-11</c:v>
                </c:pt>
                <c:pt idx="336">
                  <c:v>12-12</c:v>
                </c:pt>
                <c:pt idx="337">
                  <c:v>12-13</c:v>
                </c:pt>
                <c:pt idx="338">
                  <c:v>12-14</c:v>
                </c:pt>
                <c:pt idx="339">
                  <c:v>12-15</c:v>
                </c:pt>
                <c:pt idx="340">
                  <c:v>12-16</c:v>
                </c:pt>
                <c:pt idx="341">
                  <c:v>12-17</c:v>
                </c:pt>
                <c:pt idx="342">
                  <c:v>12-18</c:v>
                </c:pt>
                <c:pt idx="343">
                  <c:v>12-19</c:v>
                </c:pt>
                <c:pt idx="344">
                  <c:v>12-20</c:v>
                </c:pt>
                <c:pt idx="345">
                  <c:v>12-21</c:v>
                </c:pt>
                <c:pt idx="346">
                  <c:v>12-22</c:v>
                </c:pt>
                <c:pt idx="347">
                  <c:v>12-23</c:v>
                </c:pt>
                <c:pt idx="348">
                  <c:v>12-24</c:v>
                </c:pt>
                <c:pt idx="349">
                  <c:v>12-25</c:v>
                </c:pt>
              </c:strCache>
            </c:strRef>
          </c:cat>
          <c:val>
            <c:numRef>
              <c:f>[1.1、日度跟踪666.xlsx]Sheet1!$Q$3:$Q$352</c:f>
              <c:numCache>
                <c:formatCode>General</c:formatCode>
                <c:ptCount val="350"/>
                <c:pt idx="8">
                  <c:v>108863</c:v>
                </c:pt>
                <c:pt idx="9">
                  <c:v>117376</c:v>
                </c:pt>
                <c:pt idx="10">
                  <c:v>119062</c:v>
                </c:pt>
                <c:pt idx="11">
                  <c:v>120137</c:v>
                </c:pt>
                <c:pt idx="12">
                  <c:v>120680</c:v>
                </c:pt>
                <c:pt idx="13">
                  <c:v>125421</c:v>
                </c:pt>
                <c:pt idx="14">
                  <c:v>128699</c:v>
                </c:pt>
                <c:pt idx="15">
                  <c:v>127640</c:v>
                </c:pt>
                <c:pt idx="16">
                  <c:v>126519</c:v>
                </c:pt>
                <c:pt idx="17">
                  <c:v>128544</c:v>
                </c:pt>
                <c:pt idx="18">
                  <c:v>127417</c:v>
                </c:pt>
                <c:pt idx="19">
                  <c:v>127677</c:v>
                </c:pt>
                <c:pt idx="20">
                  <c:v>130423</c:v>
                </c:pt>
                <c:pt idx="21">
                  <c:v>134557</c:v>
                </c:pt>
                <c:pt idx="22">
                  <c:v>135041</c:v>
                </c:pt>
                <c:pt idx="23">
                  <c:v>134169</c:v>
                </c:pt>
                <c:pt idx="24">
                  <c:v>134986</c:v>
                </c:pt>
                <c:pt idx="25">
                  <c:v>135088</c:v>
                </c:pt>
                <c:pt idx="26">
                  <c:v>135428</c:v>
                </c:pt>
                <c:pt idx="27">
                  <c:v>136760</c:v>
                </c:pt>
                <c:pt idx="28">
                  <c:v>136420</c:v>
                </c:pt>
                <c:pt idx="29">
                  <c:v>136406</c:v>
                </c:pt>
                <c:pt idx="30">
                  <c:v>138935</c:v>
                </c:pt>
                <c:pt idx="31">
                  <c:v>140894</c:v>
                </c:pt>
                <c:pt idx="32">
                  <c:v>139084</c:v>
                </c:pt>
                <c:pt idx="33">
                  <c:v>140080</c:v>
                </c:pt>
                <c:pt idx="34">
                  <c:v>140577</c:v>
                </c:pt>
                <c:pt idx="35">
                  <c:v>141640</c:v>
                </c:pt>
                <c:pt idx="36">
                  <c:v>143392</c:v>
                </c:pt>
                <c:pt idx="37">
                  <c:v>145826</c:v>
                </c:pt>
                <c:pt idx="38">
                  <c:v>146247</c:v>
                </c:pt>
                <c:pt idx="39">
                  <c:v>147078</c:v>
                </c:pt>
                <c:pt idx="40">
                  <c:v>145914</c:v>
                </c:pt>
                <c:pt idx="41">
                  <c:v>145165</c:v>
                </c:pt>
                <c:pt idx="42">
                  <c:v>143976</c:v>
                </c:pt>
                <c:pt idx="43">
                  <c:v>142504</c:v>
                </c:pt>
                <c:pt idx="44">
                  <c:v>143281</c:v>
                </c:pt>
                <c:pt idx="45">
                  <c:v>142238</c:v>
                </c:pt>
                <c:pt idx="46">
                  <c:v>142573</c:v>
                </c:pt>
                <c:pt idx="47">
                  <c:v>142701</c:v>
                </c:pt>
                <c:pt idx="48">
                  <c:v>142206</c:v>
                </c:pt>
                <c:pt idx="49">
                  <c:v>141509</c:v>
                </c:pt>
                <c:pt idx="50">
                  <c:v>143844</c:v>
                </c:pt>
                <c:pt idx="51">
                  <c:v>143232</c:v>
                </c:pt>
                <c:pt idx="52">
                  <c:v>143622</c:v>
                </c:pt>
                <c:pt idx="53">
                  <c:v>144372</c:v>
                </c:pt>
                <c:pt idx="54">
                  <c:v>142740</c:v>
                </c:pt>
                <c:pt idx="55">
                  <c:v>141464</c:v>
                </c:pt>
                <c:pt idx="56">
                  <c:v>139472</c:v>
                </c:pt>
                <c:pt idx="57">
                  <c:v>138355</c:v>
                </c:pt>
                <c:pt idx="59">
                  <c:v>139228</c:v>
                </c:pt>
                <c:pt idx="60">
                  <c:v>139620</c:v>
                </c:pt>
                <c:pt idx="61">
                  <c:v>141539</c:v>
                </c:pt>
                <c:pt idx="62">
                  <c:v>140076</c:v>
                </c:pt>
                <c:pt idx="63">
                  <c:v>140565</c:v>
                </c:pt>
                <c:pt idx="64">
                  <c:v>142205</c:v>
                </c:pt>
                <c:pt idx="65">
                  <c:v>142535</c:v>
                </c:pt>
                <c:pt idx="66">
                  <c:v>140459</c:v>
                </c:pt>
                <c:pt idx="67">
                  <c:v>139150</c:v>
                </c:pt>
                <c:pt idx="68">
                  <c:v>138668</c:v>
                </c:pt>
                <c:pt idx="69">
                  <c:v>138015</c:v>
                </c:pt>
                <c:pt idx="70">
                  <c:v>136813</c:v>
                </c:pt>
                <c:pt idx="71">
                  <c:v>136212</c:v>
                </c:pt>
                <c:pt idx="72">
                  <c:v>134802</c:v>
                </c:pt>
                <c:pt idx="73">
                  <c:v>136275</c:v>
                </c:pt>
                <c:pt idx="74">
                  <c:v>136317</c:v>
                </c:pt>
                <c:pt idx="75">
                  <c:v>137827</c:v>
                </c:pt>
                <c:pt idx="76">
                  <c:v>138082</c:v>
                </c:pt>
                <c:pt idx="77">
                  <c:v>135895</c:v>
                </c:pt>
                <c:pt idx="78">
                  <c:v>137418</c:v>
                </c:pt>
                <c:pt idx="79">
                  <c:v>138549</c:v>
                </c:pt>
                <c:pt idx="80">
                  <c:v>138548</c:v>
                </c:pt>
                <c:pt idx="81">
                  <c:v>138325</c:v>
                </c:pt>
                <c:pt idx="82">
                  <c:v>138740</c:v>
                </c:pt>
                <c:pt idx="83">
                  <c:v>140168</c:v>
                </c:pt>
                <c:pt idx="84">
                  <c:v>141258</c:v>
                </c:pt>
                <c:pt idx="85">
                  <c:v>141680</c:v>
                </c:pt>
                <c:pt idx="86">
                  <c:v>142660</c:v>
                </c:pt>
                <c:pt idx="87">
                  <c:v>144700</c:v>
                </c:pt>
                <c:pt idx="88">
                  <c:v>147162</c:v>
                </c:pt>
                <c:pt idx="89">
                  <c:v>151015</c:v>
                </c:pt>
                <c:pt idx="90">
                  <c:v>152561</c:v>
                </c:pt>
                <c:pt idx="91">
                  <c:v>156062</c:v>
                </c:pt>
                <c:pt idx="92">
                  <c:v>156651</c:v>
                </c:pt>
                <c:pt idx="93">
                  <c:v>154333</c:v>
                </c:pt>
                <c:pt idx="94">
                  <c:v>152243</c:v>
                </c:pt>
                <c:pt idx="95">
                  <c:v>151756</c:v>
                </c:pt>
                <c:pt idx="96">
                  <c:v>150439</c:v>
                </c:pt>
                <c:pt idx="97">
                  <c:v>148474</c:v>
                </c:pt>
                <c:pt idx="98">
                  <c:v>147858</c:v>
                </c:pt>
                <c:pt idx="99">
                  <c:v>148808</c:v>
                </c:pt>
                <c:pt idx="100">
                  <c:v>147578</c:v>
                </c:pt>
                <c:pt idx="101">
                  <c:v>147295</c:v>
                </c:pt>
                <c:pt idx="102">
                  <c:v>147233</c:v>
                </c:pt>
                <c:pt idx="103">
                  <c:v>147333</c:v>
                </c:pt>
                <c:pt idx="104">
                  <c:v>147682</c:v>
                </c:pt>
                <c:pt idx="105">
                  <c:v>146858</c:v>
                </c:pt>
                <c:pt idx="106">
                  <c:v>146383</c:v>
                </c:pt>
                <c:pt idx="107">
                  <c:v>146004</c:v>
                </c:pt>
                <c:pt idx="108">
                  <c:v>145214</c:v>
                </c:pt>
                <c:pt idx="109">
                  <c:v>144649</c:v>
                </c:pt>
                <c:pt idx="110">
                  <c:v>143476</c:v>
                </c:pt>
                <c:pt idx="111">
                  <c:v>141715</c:v>
                </c:pt>
                <c:pt idx="112">
                  <c:v>142990</c:v>
                </c:pt>
                <c:pt idx="113">
                  <c:v>143147</c:v>
                </c:pt>
                <c:pt idx="114">
                  <c:v>143275</c:v>
                </c:pt>
                <c:pt idx="115">
                  <c:v>144135</c:v>
                </c:pt>
                <c:pt idx="116">
                  <c:v>146186</c:v>
                </c:pt>
                <c:pt idx="117">
                  <c:v>147404</c:v>
                </c:pt>
                <c:pt idx="118">
                  <c:v>151160</c:v>
                </c:pt>
                <c:pt idx="119">
                  <c:v>155211</c:v>
                </c:pt>
                <c:pt idx="120">
                  <c:v>156378</c:v>
                </c:pt>
                <c:pt idx="121">
                  <c:v>154333</c:v>
                </c:pt>
                <c:pt idx="122">
                  <c:v>149453</c:v>
                </c:pt>
                <c:pt idx="123">
                  <c:v>144842</c:v>
                </c:pt>
                <c:pt idx="124">
                  <c:v>144328</c:v>
                </c:pt>
                <c:pt idx="125">
                  <c:v>142950</c:v>
                </c:pt>
                <c:pt idx="126">
                  <c:v>143012</c:v>
                </c:pt>
                <c:pt idx="127">
                  <c:v>141753</c:v>
                </c:pt>
                <c:pt idx="128">
                  <c:v>143489</c:v>
                </c:pt>
                <c:pt idx="129">
                  <c:v>143968</c:v>
                </c:pt>
                <c:pt idx="130">
                  <c:v>142829</c:v>
                </c:pt>
                <c:pt idx="131">
                  <c:v>141441</c:v>
                </c:pt>
                <c:pt idx="132">
                  <c:v>142989</c:v>
                </c:pt>
                <c:pt idx="133">
                  <c:v>143937</c:v>
                </c:pt>
                <c:pt idx="134">
                  <c:v>143299</c:v>
                </c:pt>
                <c:pt idx="135">
                  <c:v>145209</c:v>
                </c:pt>
                <c:pt idx="136">
                  <c:v>146535</c:v>
                </c:pt>
                <c:pt idx="137">
                  <c:v>145517</c:v>
                </c:pt>
                <c:pt idx="138">
                  <c:v>146036</c:v>
                </c:pt>
                <c:pt idx="139">
                  <c:v>146597</c:v>
                </c:pt>
                <c:pt idx="140">
                  <c:v>146823</c:v>
                </c:pt>
                <c:pt idx="141">
                  <c:v>145340</c:v>
                </c:pt>
                <c:pt idx="142">
                  <c:v>145293</c:v>
                </c:pt>
                <c:pt idx="143">
                  <c:v>144977</c:v>
                </c:pt>
                <c:pt idx="144">
                  <c:v>144157</c:v>
                </c:pt>
                <c:pt idx="145">
                  <c:v>143382</c:v>
                </c:pt>
                <c:pt idx="146">
                  <c:v>143207</c:v>
                </c:pt>
                <c:pt idx="147">
                  <c:v>142127</c:v>
                </c:pt>
                <c:pt idx="148">
                  <c:v>141179</c:v>
                </c:pt>
                <c:pt idx="149">
                  <c:v>140269</c:v>
                </c:pt>
                <c:pt idx="150">
                  <c:v>141115</c:v>
                </c:pt>
                <c:pt idx="151">
                  <c:v>140739</c:v>
                </c:pt>
                <c:pt idx="152">
                  <c:v>138670</c:v>
                </c:pt>
                <c:pt idx="153">
                  <c:v>136895</c:v>
                </c:pt>
                <c:pt idx="154">
                  <c:v>134338</c:v>
                </c:pt>
                <c:pt idx="155">
                  <c:v>133839</c:v>
                </c:pt>
                <c:pt idx="156">
                  <c:v>131783</c:v>
                </c:pt>
                <c:pt idx="157">
                  <c:v>131413</c:v>
                </c:pt>
                <c:pt idx="158">
                  <c:v>130828</c:v>
                </c:pt>
                <c:pt idx="159">
                  <c:v>130721</c:v>
                </c:pt>
                <c:pt idx="160">
                  <c:v>132077</c:v>
                </c:pt>
                <c:pt idx="161">
                  <c:v>132166</c:v>
                </c:pt>
                <c:pt idx="162">
                  <c:v>131391</c:v>
                </c:pt>
                <c:pt idx="163">
                  <c:v>132706</c:v>
                </c:pt>
                <c:pt idx="164">
                  <c:v>134527</c:v>
                </c:pt>
                <c:pt idx="165">
                  <c:v>132507</c:v>
                </c:pt>
                <c:pt idx="166">
                  <c:v>133615</c:v>
                </c:pt>
                <c:pt idx="167">
                  <c:v>132599</c:v>
                </c:pt>
                <c:pt idx="168">
                  <c:v>131632</c:v>
                </c:pt>
                <c:pt idx="169">
                  <c:v>131836</c:v>
                </c:pt>
                <c:pt idx="170">
                  <c:v>134507</c:v>
                </c:pt>
                <c:pt idx="171">
                  <c:v>135806</c:v>
                </c:pt>
                <c:pt idx="172">
                  <c:v>135077</c:v>
                </c:pt>
                <c:pt idx="173">
                  <c:v>133605</c:v>
                </c:pt>
                <c:pt idx="174">
                  <c:v>133568</c:v>
                </c:pt>
                <c:pt idx="175">
                  <c:v>134538</c:v>
                </c:pt>
                <c:pt idx="176">
                  <c:v>141052</c:v>
                </c:pt>
                <c:pt idx="177">
                  <c:v>141278</c:v>
                </c:pt>
                <c:pt idx="178">
                  <c:v>140203</c:v>
                </c:pt>
                <c:pt idx="179">
                  <c:v>140338</c:v>
                </c:pt>
                <c:pt idx="180">
                  <c:v>141787</c:v>
                </c:pt>
                <c:pt idx="181">
                  <c:v>142240</c:v>
                </c:pt>
                <c:pt idx="182">
                  <c:v>144262</c:v>
                </c:pt>
                <c:pt idx="183">
                  <c:v>147367</c:v>
                </c:pt>
                <c:pt idx="184">
                  <c:v>150033</c:v>
                </c:pt>
                <c:pt idx="185">
                  <c:v>148354</c:v>
                </c:pt>
                <c:pt idx="186">
                  <c:v>148535</c:v>
                </c:pt>
                <c:pt idx="187">
                  <c:v>149751</c:v>
                </c:pt>
                <c:pt idx="188">
                  <c:v>150785</c:v>
                </c:pt>
                <c:pt idx="189">
                  <c:v>148889</c:v>
                </c:pt>
                <c:pt idx="190">
                  <c:v>151018</c:v>
                </c:pt>
                <c:pt idx="191">
                  <c:v>149903</c:v>
                </c:pt>
                <c:pt idx="192">
                  <c:v>148538</c:v>
                </c:pt>
                <c:pt idx="193">
                  <c:v>148565</c:v>
                </c:pt>
                <c:pt idx="194">
                  <c:v>147686</c:v>
                </c:pt>
                <c:pt idx="195">
                  <c:v>148008</c:v>
                </c:pt>
                <c:pt idx="196">
                  <c:v>148973</c:v>
                </c:pt>
                <c:pt idx="197">
                  <c:v>148842</c:v>
                </c:pt>
                <c:pt idx="198">
                  <c:v>148672</c:v>
                </c:pt>
                <c:pt idx="199">
                  <c:v>148082</c:v>
                </c:pt>
                <c:pt idx="200">
                  <c:v>149204</c:v>
                </c:pt>
                <c:pt idx="201">
                  <c:v>148608</c:v>
                </c:pt>
                <c:pt idx="202">
                  <c:v>149450</c:v>
                </c:pt>
                <c:pt idx="203">
                  <c:v>149020</c:v>
                </c:pt>
                <c:pt idx="204">
                  <c:v>151996</c:v>
                </c:pt>
                <c:pt idx="205">
                  <c:v>153610</c:v>
                </c:pt>
                <c:pt idx="206">
                  <c:v>153248</c:v>
                </c:pt>
                <c:pt idx="207">
                  <c:v>153993</c:v>
                </c:pt>
                <c:pt idx="208">
                  <c:v>155064</c:v>
                </c:pt>
                <c:pt idx="209">
                  <c:v>143630</c:v>
                </c:pt>
                <c:pt idx="210">
                  <c:v>155314</c:v>
                </c:pt>
                <c:pt idx="211">
                  <c:v>160174</c:v>
                </c:pt>
                <c:pt idx="212">
                  <c:v>165179</c:v>
                </c:pt>
                <c:pt idx="213">
                  <c:v>169930</c:v>
                </c:pt>
                <c:pt idx="214">
                  <c:v>167803</c:v>
                </c:pt>
                <c:pt idx="215">
                  <c:v>167757</c:v>
                </c:pt>
                <c:pt idx="216">
                  <c:v>166844</c:v>
                </c:pt>
                <c:pt idx="217">
                  <c:v>169978</c:v>
                </c:pt>
                <c:pt idx="218">
                  <c:v>170344</c:v>
                </c:pt>
                <c:pt idx="219">
                  <c:v>168332</c:v>
                </c:pt>
                <c:pt idx="220">
                  <c:v>162619</c:v>
                </c:pt>
                <c:pt idx="221">
                  <c:v>153804</c:v>
                </c:pt>
                <c:pt idx="222">
                  <c:v>152586</c:v>
                </c:pt>
                <c:pt idx="223">
                  <c:v>152651</c:v>
                </c:pt>
                <c:pt idx="224">
                  <c:v>154455</c:v>
                </c:pt>
                <c:pt idx="225">
                  <c:v>155777</c:v>
                </c:pt>
                <c:pt idx="226">
                  <c:v>159221</c:v>
                </c:pt>
                <c:pt idx="227">
                  <c:v>159289</c:v>
                </c:pt>
                <c:pt idx="228">
                  <c:v>159778</c:v>
                </c:pt>
                <c:pt idx="229">
                  <c:v>162264</c:v>
                </c:pt>
                <c:pt idx="230">
                  <c:v>163263</c:v>
                </c:pt>
                <c:pt idx="231">
                  <c:v>161518</c:v>
                </c:pt>
                <c:pt idx="232">
                  <c:v>164838</c:v>
                </c:pt>
                <c:pt idx="233">
                  <c:v>166521</c:v>
                </c:pt>
                <c:pt idx="234">
                  <c:v>164642</c:v>
                </c:pt>
                <c:pt idx="236">
                  <c:v>164997</c:v>
                </c:pt>
                <c:pt idx="237">
                  <c:v>164367</c:v>
                </c:pt>
                <c:pt idx="238">
                  <c:v>164551</c:v>
                </c:pt>
                <c:pt idx="239">
                  <c:v>162425</c:v>
                </c:pt>
                <c:pt idx="240">
                  <c:v>164143</c:v>
                </c:pt>
                <c:pt idx="241">
                  <c:v>164851</c:v>
                </c:pt>
                <c:pt idx="242">
                  <c:v>165524</c:v>
                </c:pt>
                <c:pt idx="243">
                  <c:v>163876</c:v>
                </c:pt>
                <c:pt idx="244">
                  <c:v>162661</c:v>
                </c:pt>
                <c:pt idx="245">
                  <c:v>161138</c:v>
                </c:pt>
                <c:pt idx="246">
                  <c:v>160144</c:v>
                </c:pt>
                <c:pt idx="247">
                  <c:v>158811</c:v>
                </c:pt>
                <c:pt idx="248">
                  <c:v>157440</c:v>
                </c:pt>
                <c:pt idx="249">
                  <c:v>158597</c:v>
                </c:pt>
                <c:pt idx="250">
                  <c:v>158004</c:v>
                </c:pt>
                <c:pt idx="251">
                  <c:v>159258</c:v>
                </c:pt>
                <c:pt idx="252">
                  <c:v>160651</c:v>
                </c:pt>
                <c:pt idx="253">
                  <c:v>162310</c:v>
                </c:pt>
                <c:pt idx="254">
                  <c:v>162967</c:v>
                </c:pt>
                <c:pt idx="255">
                  <c:v>163190</c:v>
                </c:pt>
                <c:pt idx="256">
                  <c:v>162445</c:v>
                </c:pt>
                <c:pt idx="257">
                  <c:v>162448</c:v>
                </c:pt>
                <c:pt idx="258">
                  <c:v>164134</c:v>
                </c:pt>
                <c:pt idx="259">
                  <c:v>162927</c:v>
                </c:pt>
                <c:pt idx="260">
                  <c:v>164028</c:v>
                </c:pt>
                <c:pt idx="261">
                  <c:v>166155</c:v>
                </c:pt>
                <c:pt idx="262">
                  <c:v>166541</c:v>
                </c:pt>
                <c:pt idx="263">
                  <c:v>166125</c:v>
                </c:pt>
                <c:pt idx="264">
                  <c:v>165897</c:v>
                </c:pt>
                <c:pt idx="265">
                  <c:v>171117</c:v>
                </c:pt>
                <c:pt idx="266">
                  <c:v>169185</c:v>
                </c:pt>
                <c:pt idx="267">
                  <c:v>172357</c:v>
                </c:pt>
                <c:pt idx="268">
                  <c:v>174126</c:v>
                </c:pt>
                <c:pt idx="269">
                  <c:v>172840</c:v>
                </c:pt>
                <c:pt idx="270">
                  <c:v>173120</c:v>
                </c:pt>
                <c:pt idx="271">
                  <c:v>173135</c:v>
                </c:pt>
                <c:pt idx="272">
                  <c:v>173955</c:v>
                </c:pt>
                <c:pt idx="273">
                  <c:v>174245</c:v>
                </c:pt>
                <c:pt idx="274">
                  <c:v>175688</c:v>
                </c:pt>
                <c:pt idx="275">
                  <c:v>176598</c:v>
                </c:pt>
                <c:pt idx="276">
                  <c:v>175282</c:v>
                </c:pt>
                <c:pt idx="277">
                  <c:v>176225</c:v>
                </c:pt>
                <c:pt idx="278">
                  <c:v>176715</c:v>
                </c:pt>
                <c:pt idx="279">
                  <c:v>177329</c:v>
                </c:pt>
                <c:pt idx="280">
                  <c:v>178170</c:v>
                </c:pt>
                <c:pt idx="281">
                  <c:v>179313</c:v>
                </c:pt>
                <c:pt idx="282">
                  <c:v>182398</c:v>
                </c:pt>
                <c:pt idx="283">
                  <c:v>182637</c:v>
                </c:pt>
                <c:pt idx="284">
                  <c:v>182270</c:v>
                </c:pt>
                <c:pt idx="285">
                  <c:v>183603</c:v>
                </c:pt>
                <c:pt idx="286">
                  <c:v>184653</c:v>
                </c:pt>
                <c:pt idx="287">
                  <c:v>187686</c:v>
                </c:pt>
                <c:pt idx="288">
                  <c:v>192201</c:v>
                </c:pt>
                <c:pt idx="289">
                  <c:v>191616</c:v>
                </c:pt>
                <c:pt idx="290">
                  <c:v>191130</c:v>
                </c:pt>
                <c:pt idx="291">
                  <c:v>190863</c:v>
                </c:pt>
                <c:pt idx="292">
                  <c:v>195046</c:v>
                </c:pt>
                <c:pt idx="293">
                  <c:v>201920</c:v>
                </c:pt>
                <c:pt idx="294">
                  <c:v>207554</c:v>
                </c:pt>
                <c:pt idx="295">
                  <c:v>205586</c:v>
                </c:pt>
                <c:pt idx="296">
                  <c:v>199570</c:v>
                </c:pt>
                <c:pt idx="297">
                  <c:v>197212</c:v>
                </c:pt>
                <c:pt idx="298">
                  <c:v>195370</c:v>
                </c:pt>
                <c:pt idx="299">
                  <c:v>195883</c:v>
                </c:pt>
                <c:pt idx="300">
                  <c:v>196574</c:v>
                </c:pt>
                <c:pt idx="301">
                  <c:v>197307</c:v>
                </c:pt>
                <c:pt idx="302">
                  <c:v>200750</c:v>
                </c:pt>
                <c:pt idx="303">
                  <c:v>202607</c:v>
                </c:pt>
                <c:pt idx="304">
                  <c:v>201045</c:v>
                </c:pt>
                <c:pt idx="305">
                  <c:v>200147</c:v>
                </c:pt>
                <c:pt idx="306">
                  <c:v>202232</c:v>
                </c:pt>
                <c:pt idx="307">
                  <c:v>200838</c:v>
                </c:pt>
                <c:pt idx="308">
                  <c:v>192645</c:v>
                </c:pt>
                <c:pt idx="309">
                  <c:v>189703</c:v>
                </c:pt>
                <c:pt idx="310">
                  <c:v>188681</c:v>
                </c:pt>
                <c:pt idx="311">
                  <c:v>188804</c:v>
                </c:pt>
                <c:pt idx="312">
                  <c:v>189788</c:v>
                </c:pt>
                <c:pt idx="313">
                  <c:v>191064</c:v>
                </c:pt>
                <c:pt idx="314">
                  <c:v>189578</c:v>
                </c:pt>
                <c:pt idx="315">
                  <c:v>190822</c:v>
                </c:pt>
                <c:pt idx="316">
                  <c:v>191022</c:v>
                </c:pt>
                <c:pt idx="317">
                  <c:v>189113</c:v>
                </c:pt>
                <c:pt idx="318">
                  <c:v>188810</c:v>
                </c:pt>
                <c:pt idx="319">
                  <c:v>186620</c:v>
                </c:pt>
                <c:pt idx="320">
                  <c:v>186886</c:v>
                </c:pt>
                <c:pt idx="321">
                  <c:v>185877</c:v>
                </c:pt>
                <c:pt idx="322">
                  <c:v>186823</c:v>
                </c:pt>
                <c:pt idx="323">
                  <c:v>188650</c:v>
                </c:pt>
                <c:pt idx="324">
                  <c:v>192380</c:v>
                </c:pt>
                <c:pt idx="325">
                  <c:v>191453</c:v>
                </c:pt>
                <c:pt idx="326">
                  <c:v>191453</c:v>
                </c:pt>
                <c:pt idx="327">
                  <c:v>186611</c:v>
                </c:pt>
                <c:pt idx="328">
                  <c:v>178313</c:v>
                </c:pt>
                <c:pt idx="329">
                  <c:v>178818</c:v>
                </c:pt>
                <c:pt idx="330">
                  <c:v>182481</c:v>
                </c:pt>
                <c:pt idx="331">
                  <c:v>191613</c:v>
                </c:pt>
                <c:pt idx="332">
                  <c:v>191292</c:v>
                </c:pt>
                <c:pt idx="333">
                  <c:v>188175</c:v>
                </c:pt>
                <c:pt idx="334">
                  <c:v>188439</c:v>
                </c:pt>
                <c:pt idx="335">
                  <c:v>185256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9396585"/>
        <c:axId val="242496768"/>
      </c:lineChart>
      <c:catAx>
        <c:axId val="1939658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42496768"/>
        <c:crosses val="autoZero"/>
        <c:auto val="1"/>
        <c:lblAlgn val="ctr"/>
        <c:lblOffset val="100"/>
        <c:noMultiLvlLbl val="0"/>
      </c:catAx>
      <c:valAx>
        <c:axId val="242496768"/>
        <c:scaling>
          <c:orientation val="minMax"/>
          <c:max val="300000"/>
          <c:min val="5000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39658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5"/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18560fe-35c4-4409-8dd6-d78c3d24bed4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1100" b="1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86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7444D-52B7-4C5B-9F10-F9C6D4CE64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87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88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AF5CA3-3F93-43ED-9E25-20C226208F1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80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2116F-8F95-4880-9959-28E32ED2C0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81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zh-CN" altLang="en-US"/>
          </a:p>
        </p:txBody>
      </p:sp>
      <p:sp>
        <p:nvSpPr>
          <p:cNvPr id="1048682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683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84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56470-AFF4-4E9F-A2DF-CFF394C4D0F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6756470-AFF4-4E9F-A2DF-CFF394C4D0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6756470-AFF4-4E9F-A2DF-CFF394C4D0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2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B4DFF9-2938-497F-93AB-A0B2BDD42130}" type="slidenum">
              <a:rPr lang="zh-CN" altLang="en-US" smtClean="0"/>
            </a:fld>
            <a:endParaRPr lang="zh-CN" altLang="en-US"/>
          </a:p>
        </p:txBody>
      </p:sp>
      <p:pic>
        <p:nvPicPr>
          <p:cNvPr id="2097152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49584" y="1"/>
            <a:ext cx="2242416" cy="904568"/>
          </a:xfrm>
          <a:prstGeom prst="rect">
            <a:avLst/>
          </a:prstGeom>
        </p:spPr>
      </p:pic>
      <p:sp>
        <p:nvSpPr>
          <p:cNvPr id="1048586" name="矩形 7"/>
          <p:cNvSpPr/>
          <p:nvPr userDrawn="1"/>
        </p:nvSpPr>
        <p:spPr>
          <a:xfrm>
            <a:off x="0" y="6559551"/>
            <a:ext cx="12192000" cy="2984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 b="1" kern="1200" dirty="0">
                <a:solidFill>
                  <a:schemeClr val="lt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  </a:t>
            </a:r>
            <a:r>
              <a:rPr lang="zh-CN" altLang="zh-CN" sz="1600" b="1" kern="1200" dirty="0">
                <a:solidFill>
                  <a:schemeClr val="lt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成为全球高品质农产品引领者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3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64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B4DFF9-2938-497F-93AB-A0B2BDD421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55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5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5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5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B4DFF9-2938-497F-93AB-A0B2BDD421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60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661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66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6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6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B4DFF9-2938-497F-93AB-A0B2BDD421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66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67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668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69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670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71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72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B4DFF9-2938-497F-93AB-A0B2BDD421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B4DFF9-2938-497F-93AB-A0B2BDD421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49584" y="1"/>
            <a:ext cx="2242416" cy="904568"/>
          </a:xfrm>
          <a:prstGeom prst="rect">
            <a:avLst/>
          </a:prstGeom>
        </p:spPr>
      </p:pic>
      <p:sp>
        <p:nvSpPr>
          <p:cNvPr id="1048589" name="卷形: 垂直 14"/>
          <p:cNvSpPr/>
          <p:nvPr userDrawn="1"/>
        </p:nvSpPr>
        <p:spPr>
          <a:xfrm>
            <a:off x="0" y="55880"/>
            <a:ext cx="374650" cy="848689"/>
          </a:xfrm>
          <a:prstGeom prst="verticalScroll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590" name="矩形 15"/>
          <p:cNvSpPr/>
          <p:nvPr userDrawn="1"/>
        </p:nvSpPr>
        <p:spPr>
          <a:xfrm>
            <a:off x="0" y="6559551"/>
            <a:ext cx="12192000" cy="2984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 b="1" kern="1200" dirty="0">
                <a:solidFill>
                  <a:schemeClr val="lt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  </a:t>
            </a:r>
            <a:r>
              <a:rPr lang="zh-CN" altLang="zh-CN" sz="1600" b="1" kern="1200" dirty="0">
                <a:solidFill>
                  <a:schemeClr val="lt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成为全球高品质农产品引领者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74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675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7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7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7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B4DFF9-2938-497F-93AB-A0B2BDD421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44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645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4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B4DFF9-2938-497F-93AB-A0B2BDD421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50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65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5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5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B4DFF9-2938-497F-93AB-A0B2BDD421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34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63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7B4DFF9-2938-497F-93AB-A0B2BDD421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B4DFF9-2938-497F-93AB-A0B2BDD4213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标题 1"/>
          <p:cNvSpPr>
            <a:spLocks noGrp="1"/>
          </p:cNvSpPr>
          <p:nvPr>
            <p:ph type="ctrTitle"/>
          </p:nvPr>
        </p:nvSpPr>
        <p:spPr>
          <a:xfrm>
            <a:off x="1524000" y="602101"/>
            <a:ext cx="9144000" cy="2387600"/>
          </a:xfrm>
        </p:spPr>
        <p:txBody>
          <a:bodyPr/>
          <a:p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生猪周度套保策略</a:t>
            </a: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48588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采购中心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套保部  鲁迪 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2026.02.01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/>
      <p:sp>
        <p:nvSpPr>
          <p:cNvPr id="1048594" name="文本框 3"/>
          <p:cNvSpPr txBox="1"/>
          <p:nvPr/>
        </p:nvSpPr>
        <p:spPr>
          <a:xfrm>
            <a:off x="819807" y="178675"/>
            <a:ext cx="2926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基本面摘要：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98575"/>
            <a:ext cx="12192000" cy="426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/>
      <p:sp>
        <p:nvSpPr>
          <p:cNvPr id="1048594" name="文本框 3"/>
          <p:cNvSpPr txBox="1"/>
          <p:nvPr/>
        </p:nvSpPr>
        <p:spPr>
          <a:xfrm>
            <a:off x="819807" y="178675"/>
            <a:ext cx="2926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基本面摘要：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" name="图片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32280"/>
            <a:ext cx="12192000" cy="339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文本框 3"/>
          <p:cNvSpPr txBox="1"/>
          <p:nvPr/>
        </p:nvSpPr>
        <p:spPr>
          <a:xfrm>
            <a:off x="819807" y="178675"/>
            <a:ext cx="2468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数据梳理：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685" y="892810"/>
            <a:ext cx="11873230" cy="1193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+mn-ea"/>
                <a:cs typeface="+mn-ea"/>
              </a:rPr>
              <a:t>1</a:t>
            </a:r>
            <a:r>
              <a:rPr lang="zh-CN" altLang="en-US" b="1">
                <a:latin typeface="+mn-ea"/>
                <a:cs typeface="+mn-ea"/>
              </a:rPr>
              <a:t>、供需平衡表：春节前总体偏紧，节后</a:t>
            </a:r>
            <a:r>
              <a:rPr lang="en-US" altLang="zh-CN" b="1">
                <a:latin typeface="+mn-ea"/>
                <a:cs typeface="+mn-ea"/>
              </a:rPr>
              <a:t>2-4</a:t>
            </a:r>
            <a:r>
              <a:rPr lang="zh-CN" altLang="en-US" b="1">
                <a:latin typeface="+mn-ea"/>
                <a:cs typeface="+mn-ea"/>
              </a:rPr>
              <a:t>月环比增量正常类似</a:t>
            </a:r>
            <a:r>
              <a:rPr lang="en-US" altLang="zh-CN" b="1">
                <a:latin typeface="+mn-ea"/>
                <a:cs typeface="+mn-ea"/>
              </a:rPr>
              <a:t>2025</a:t>
            </a:r>
            <a:r>
              <a:rPr lang="zh-CN" altLang="en-US" b="1">
                <a:latin typeface="+mn-ea"/>
                <a:cs typeface="+mn-ea"/>
              </a:rPr>
              <a:t>年</a:t>
            </a:r>
            <a:endParaRPr lang="zh-CN" altLang="en-US" b="1">
              <a:latin typeface="+mn-ea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1140"/>
            <a:ext cx="12192000" cy="3855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文本框 3"/>
          <p:cNvSpPr txBox="1"/>
          <p:nvPr/>
        </p:nvSpPr>
        <p:spPr>
          <a:xfrm>
            <a:off x="819807" y="178675"/>
            <a:ext cx="2926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基本面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梳理：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195" y="1325880"/>
            <a:ext cx="9580245" cy="51714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6685" y="892810"/>
            <a:ext cx="11873230" cy="1193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+mn-ea"/>
                <a:cs typeface="+mn-ea"/>
              </a:rPr>
              <a:t>2</a:t>
            </a:r>
            <a:r>
              <a:rPr lang="zh-CN" altLang="en-US" b="1">
                <a:latin typeface="+mn-ea"/>
                <a:cs typeface="+mn-ea"/>
              </a:rPr>
              <a:t>、基于我们的供需曲线模型，</a:t>
            </a:r>
            <a:r>
              <a:rPr lang="en-US" altLang="zh-CN" b="1">
                <a:latin typeface="+mn-ea"/>
                <a:cs typeface="+mn-ea"/>
              </a:rPr>
              <a:t>26</a:t>
            </a:r>
            <a:r>
              <a:rPr lang="zh-CN" altLang="en-US" b="1">
                <a:latin typeface="+mn-ea"/>
                <a:cs typeface="+mn-ea"/>
              </a:rPr>
              <a:t>年</a:t>
            </a:r>
            <a:r>
              <a:rPr lang="en-US" altLang="zh-CN" b="1">
                <a:latin typeface="+mn-ea"/>
                <a:cs typeface="+mn-ea"/>
              </a:rPr>
              <a:t>1-3</a:t>
            </a:r>
            <a:r>
              <a:rPr lang="zh-CN" altLang="en-US" b="1">
                <a:latin typeface="+mn-ea"/>
                <a:cs typeface="+mn-ea"/>
              </a:rPr>
              <a:t>月的现货价格（全国均价）较难跌破</a:t>
            </a:r>
            <a:r>
              <a:rPr lang="en-US" altLang="zh-CN" b="1">
                <a:latin typeface="+mn-ea"/>
                <a:cs typeface="+mn-ea"/>
              </a:rPr>
              <a:t>11</a:t>
            </a:r>
            <a:r>
              <a:rPr lang="zh-CN" altLang="en-US" b="1">
                <a:latin typeface="+mn-ea"/>
                <a:cs typeface="+mn-ea"/>
              </a:rPr>
              <a:t>；短期震荡</a:t>
            </a:r>
            <a:r>
              <a:rPr lang="zh-CN" altLang="en-US" b="1">
                <a:latin typeface="+mn-ea"/>
                <a:cs typeface="+mn-ea"/>
              </a:rPr>
              <a:t>偏强</a:t>
            </a:r>
            <a:endParaRPr lang="zh-CN" altLang="en-US" b="1">
              <a:latin typeface="+mn-ea"/>
              <a:cs typeface="+mn-ea"/>
            </a:endParaRPr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endParaRPr lang="zh-CN" altLang="en-US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文本框 3"/>
          <p:cNvSpPr txBox="1"/>
          <p:nvPr/>
        </p:nvSpPr>
        <p:spPr>
          <a:xfrm>
            <a:off x="819807" y="178675"/>
            <a:ext cx="2468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数据梳理：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685" y="892810"/>
            <a:ext cx="11873230" cy="1193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+mn-ea"/>
                <a:cs typeface="+mn-ea"/>
              </a:rPr>
              <a:t>1</a:t>
            </a:r>
            <a:r>
              <a:rPr lang="zh-CN" altLang="en-US" b="1">
                <a:latin typeface="+mn-ea"/>
                <a:cs typeface="+mn-ea"/>
              </a:rPr>
              <a:t>、日度屠宰数据：临近旺季，价格高波震荡。预计下周是节前最后一个旺季，价格支撑</a:t>
            </a:r>
            <a:r>
              <a:rPr lang="zh-CN" altLang="en-US" b="1">
                <a:latin typeface="+mn-ea"/>
                <a:cs typeface="+mn-ea"/>
              </a:rPr>
              <a:t>明显。</a:t>
            </a:r>
            <a:endParaRPr lang="zh-CN" altLang="en-US" b="1">
              <a:latin typeface="+mn-ea"/>
              <a:cs typeface="+mn-ea"/>
            </a:endParaRPr>
          </a:p>
        </p:txBody>
      </p:sp>
      <p:graphicFrame>
        <p:nvGraphicFramePr>
          <p:cNvPr id="11" name="图表 10"/>
          <p:cNvGraphicFramePr/>
          <p:nvPr/>
        </p:nvGraphicFramePr>
        <p:xfrm>
          <a:off x="1534795" y="1587818"/>
          <a:ext cx="9122410" cy="493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文本框 3"/>
          <p:cNvSpPr txBox="1"/>
          <p:nvPr/>
        </p:nvSpPr>
        <p:spPr>
          <a:xfrm>
            <a:off x="819807" y="178675"/>
            <a:ext cx="2468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数据梳理：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685" y="892810"/>
            <a:ext cx="11873230" cy="1193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+mn-ea"/>
                <a:cs typeface="+mn-ea"/>
              </a:rPr>
              <a:t>2</a:t>
            </a:r>
            <a:r>
              <a:rPr lang="zh-CN" altLang="en-US" b="1">
                <a:latin typeface="+mn-ea"/>
                <a:cs typeface="+mn-ea"/>
              </a:rPr>
              <a:t>、膘肥价差：标猪供给充裕，本轮领跌，导致价差进一步</a:t>
            </a:r>
            <a:r>
              <a:rPr lang="zh-CN" altLang="en-US" b="1">
                <a:latin typeface="+mn-ea"/>
                <a:cs typeface="+mn-ea"/>
              </a:rPr>
              <a:t>下降。</a:t>
            </a:r>
            <a:endParaRPr lang="zh-CN" altLang="en-US" b="1">
              <a:latin typeface="+mn-ea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35" y="2086610"/>
            <a:ext cx="5521325" cy="32283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705" y="1886585"/>
            <a:ext cx="5774690" cy="3428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文本框 3"/>
          <p:cNvSpPr txBox="1"/>
          <p:nvPr/>
        </p:nvSpPr>
        <p:spPr>
          <a:xfrm>
            <a:off x="819807" y="178675"/>
            <a:ext cx="2468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数据梳理：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685" y="892810"/>
            <a:ext cx="11873230" cy="1193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+mn-ea"/>
                <a:cs typeface="+mn-ea"/>
              </a:rPr>
              <a:t>3</a:t>
            </a:r>
            <a:r>
              <a:rPr lang="zh-CN" altLang="en-US" b="1">
                <a:latin typeface="+mn-ea"/>
                <a:cs typeface="+mn-ea"/>
              </a:rPr>
              <a:t>、区域价差：广州</a:t>
            </a:r>
            <a:r>
              <a:rPr lang="en-US" altLang="zh-CN" b="1">
                <a:latin typeface="+mn-ea"/>
                <a:cs typeface="+mn-ea"/>
              </a:rPr>
              <a:t>-</a:t>
            </a:r>
            <a:r>
              <a:rPr lang="zh-CN" altLang="en-US" b="1">
                <a:latin typeface="+mn-ea"/>
                <a:cs typeface="+mn-ea"/>
              </a:rPr>
              <a:t>贵州价差（左图）正常季节性淡季；四川</a:t>
            </a:r>
            <a:r>
              <a:rPr lang="en-US" altLang="zh-CN" b="1">
                <a:latin typeface="+mn-ea"/>
                <a:cs typeface="+mn-ea"/>
              </a:rPr>
              <a:t>-</a:t>
            </a:r>
            <a:r>
              <a:rPr lang="zh-CN" altLang="en-US" b="1">
                <a:latin typeface="+mn-ea"/>
                <a:cs typeface="+mn-ea"/>
              </a:rPr>
              <a:t>河南（右图）相对坚挺，外调在收平</a:t>
            </a:r>
            <a:r>
              <a:rPr lang="zh-CN" altLang="en-US" b="1">
                <a:latin typeface="+mn-ea"/>
                <a:cs typeface="+mn-ea"/>
              </a:rPr>
              <a:t>价差</a:t>
            </a:r>
            <a:endParaRPr lang="zh-CN" altLang="en-US" b="1">
              <a:latin typeface="+mn-ea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1926590"/>
            <a:ext cx="5923280" cy="34156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640" y="1929130"/>
            <a:ext cx="5860415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文本框 3"/>
          <p:cNvSpPr txBox="1"/>
          <p:nvPr/>
        </p:nvSpPr>
        <p:spPr>
          <a:xfrm>
            <a:off x="819807" y="178675"/>
            <a:ext cx="2468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数据梳理：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685" y="892810"/>
            <a:ext cx="11873230" cy="1193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+mn-ea"/>
                <a:cs typeface="+mn-ea"/>
              </a:rPr>
              <a:t>4</a:t>
            </a:r>
            <a:r>
              <a:rPr lang="zh-CN" altLang="en-US" b="1">
                <a:latin typeface="+mn-ea"/>
                <a:cs typeface="+mn-ea"/>
              </a:rPr>
              <a:t>、</a:t>
            </a:r>
            <a:r>
              <a:rPr lang="zh-CN" altLang="en-US" b="1">
                <a:latin typeface="+mn-ea"/>
                <a:cs typeface="+mn-ea"/>
              </a:rPr>
              <a:t>养殖利润：</a:t>
            </a:r>
            <a:endParaRPr lang="zh-CN" altLang="en-US" b="1">
              <a:latin typeface="+mn-ea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7560" y="1326515"/>
            <a:ext cx="8430260" cy="49218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文本框 3"/>
          <p:cNvSpPr txBox="1"/>
          <p:nvPr/>
        </p:nvSpPr>
        <p:spPr>
          <a:xfrm>
            <a:off x="819807" y="178675"/>
            <a:ext cx="2468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数据梳理：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685" y="892810"/>
            <a:ext cx="11873230" cy="1193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en-US" b="1">
                <a:latin typeface="+mn-ea"/>
                <a:cs typeface="+mn-ea"/>
              </a:rPr>
              <a:t>5</a:t>
            </a:r>
            <a:r>
              <a:rPr lang="zh-CN" altLang="en-US" b="1">
                <a:latin typeface="+mn-ea"/>
                <a:cs typeface="+mn-ea"/>
              </a:rPr>
              <a:t>、均重：降重不明显。</a:t>
            </a:r>
            <a:r>
              <a:rPr lang="en-US" altLang="zh-CN" b="1">
                <a:solidFill>
                  <a:srgbClr val="FF0000"/>
                </a:solidFill>
                <a:latin typeface="+mn-ea"/>
                <a:cs typeface="+mn-ea"/>
              </a:rPr>
              <a:t>25</a:t>
            </a:r>
            <a:r>
              <a:rPr lang="zh-CN" altLang="en-US" b="1">
                <a:solidFill>
                  <a:srgbClr val="FF0000"/>
                </a:solidFill>
                <a:latin typeface="+mn-ea"/>
                <a:cs typeface="+mn-ea"/>
              </a:rPr>
              <a:t>年度重要特征，均重波动</a:t>
            </a:r>
            <a:r>
              <a:rPr lang="en-US" altLang="zh-CN" b="1">
                <a:solidFill>
                  <a:srgbClr val="FF0000"/>
                </a:solidFill>
                <a:latin typeface="+mn-ea"/>
                <a:cs typeface="+mn-ea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+mn-ea"/>
                <a:cs typeface="+mn-ea"/>
              </a:rPr>
              <a:t>减弱</a:t>
            </a:r>
            <a:endParaRPr lang="zh-CN" altLang="en-US" b="1">
              <a:solidFill>
                <a:srgbClr val="FF0000"/>
              </a:solidFill>
              <a:latin typeface="+mn-ea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090" y="1422400"/>
            <a:ext cx="8444230" cy="49002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WPS 演示</Application>
  <PresentationFormat/>
  <Paragraphs>37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黑体</vt:lpstr>
      <vt:lpstr>微软雅黑 Light</vt:lpstr>
      <vt:lpstr>微软雅黑</vt:lpstr>
      <vt:lpstr>Arial Unicode MS</vt:lpstr>
      <vt:lpstr>等线 Light</vt:lpstr>
      <vt:lpstr>等线</vt:lpstr>
      <vt:lpstr>Office 主题​​</vt:lpstr>
      <vt:lpstr>生猪周度套保策略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生猪周度套保策略</dc:title>
  <dc:creator>Di Lu</dc:creator>
  <cp:lastModifiedBy>鲁迪</cp:lastModifiedBy>
  <cp:revision>32</cp:revision>
  <dcterms:created xsi:type="dcterms:W3CDTF">2025-11-23T12:40:00Z</dcterms:created>
  <dcterms:modified xsi:type="dcterms:W3CDTF">2026-02-01T05:43:12Z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B597D65668D24282A5FC77E5734A69F5_13</vt:lpwstr>
  </property>
  <property fmtid="{D5CDD505-2E9C-101B-9397-08002B2CF9AE}" pid="3" name="KSOProductBuildVer">
    <vt:lpwstr>2052-12.1.0.24655</vt:lpwstr>
  </property>
</Properties>
</file>